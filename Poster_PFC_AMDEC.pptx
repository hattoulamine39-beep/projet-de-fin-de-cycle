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56" r:id="rId2"/>
  </p:sldIdLst>
  <p:sldSz cx="42794238" cy="302672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245C"/>
    <a:srgbClr val="C6D4ED"/>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4" d="100"/>
          <a:sy n="14" d="100"/>
        </p:scale>
        <p:origin x="133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C42515-8048-4415-9D97-190477D38EE2}" type="datetimeFigureOut">
              <a:rPr lang="fr-FR" smtClean="0"/>
              <a:t>22/08/2026</a:t>
            </a:fld>
            <a:endParaRPr lang="fr-FR"/>
          </a:p>
        </p:txBody>
      </p:sp>
      <p:sp>
        <p:nvSpPr>
          <p:cNvPr id="4" name="Espace réservé de l'image des diapositives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F2979-FF57-41D2-82CD-F30DB57329D5}" type="slidenum">
              <a:rPr lang="fr-FR" smtClean="0"/>
              <a:t>‹N°›</a:t>
            </a:fld>
            <a:endParaRPr lang="fr-FR"/>
          </a:p>
        </p:txBody>
      </p:sp>
    </p:spTree>
    <p:extLst>
      <p:ext uri="{BB962C8B-B14F-4D97-AF65-F5344CB8AC3E}">
        <p14:creationId xmlns:p14="http://schemas.microsoft.com/office/powerpoint/2010/main" val="159852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97F2979-FF57-41D2-82CD-F30DB57329D5}" type="slidenum">
              <a:rPr lang="fr-FR" smtClean="0"/>
              <a:t>1</a:t>
            </a:fld>
            <a:endParaRPr lang="fr-FR"/>
          </a:p>
        </p:txBody>
      </p:sp>
    </p:spTree>
    <p:extLst>
      <p:ext uri="{BB962C8B-B14F-4D97-AF65-F5344CB8AC3E}">
        <p14:creationId xmlns:p14="http://schemas.microsoft.com/office/powerpoint/2010/main" val="285573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3209568" y="4953466"/>
            <a:ext cx="36375102" cy="10537496"/>
          </a:xfrm>
        </p:spPr>
        <p:txBody>
          <a:bodyPr anchor="b"/>
          <a:lstStyle>
            <a:lvl1pPr algn="ctr">
              <a:defRPr sz="26480"/>
            </a:lvl1pPr>
          </a:lstStyle>
          <a:p>
            <a:r>
              <a:rPr lang="fr-FR"/>
              <a:t>Modifiez le style du titre</a:t>
            </a:r>
            <a:endParaRPr lang="en-US" dirty="0"/>
          </a:p>
        </p:txBody>
      </p:sp>
      <p:sp>
        <p:nvSpPr>
          <p:cNvPr id="3" name="Subtitle 2"/>
          <p:cNvSpPr>
            <a:spLocks noGrp="1"/>
          </p:cNvSpPr>
          <p:nvPr>
            <p:ph type="subTitle" idx="1"/>
          </p:nvPr>
        </p:nvSpPr>
        <p:spPr>
          <a:xfrm>
            <a:off x="5349280" y="15897328"/>
            <a:ext cx="32095679" cy="7307583"/>
          </a:xfrm>
        </p:spPr>
        <p:txBody>
          <a:bodyPr/>
          <a:lstStyle>
            <a:lvl1pPr marL="0" indent="0" algn="ctr">
              <a:buNone/>
              <a:defRPr sz="10592"/>
            </a:lvl1pPr>
            <a:lvl2pPr marL="2017806" indent="0" algn="ctr">
              <a:buNone/>
              <a:defRPr sz="8827"/>
            </a:lvl2pPr>
            <a:lvl3pPr marL="4035613" indent="0" algn="ctr">
              <a:buNone/>
              <a:defRPr sz="7944"/>
            </a:lvl3pPr>
            <a:lvl4pPr marL="6053419" indent="0" algn="ctr">
              <a:buNone/>
              <a:defRPr sz="7061"/>
            </a:lvl4pPr>
            <a:lvl5pPr marL="8071226" indent="0" algn="ctr">
              <a:buNone/>
              <a:defRPr sz="7061"/>
            </a:lvl5pPr>
            <a:lvl6pPr marL="10089032" indent="0" algn="ctr">
              <a:buNone/>
              <a:defRPr sz="7061"/>
            </a:lvl6pPr>
            <a:lvl7pPr marL="12106839" indent="0" algn="ctr">
              <a:buNone/>
              <a:defRPr sz="7061"/>
            </a:lvl7pPr>
            <a:lvl8pPr marL="14124645" indent="0" algn="ctr">
              <a:buNone/>
              <a:defRPr sz="7061"/>
            </a:lvl8pPr>
            <a:lvl9pPr marL="16142452" indent="0" algn="ctr">
              <a:buNone/>
              <a:defRPr sz="7061"/>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C2A5419-09FA-4C58-825F-B0753BC27968}" type="datetimeFigureOut">
              <a:rPr lang="fr-DZ" smtClean="0"/>
              <a:t>22/08/2026</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766643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C2A5419-09FA-4C58-825F-B0753BC27968}" type="datetimeFigureOut">
              <a:rPr lang="fr-DZ" smtClean="0"/>
              <a:t>22/08/2026</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1852902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919818" y="7545809"/>
            <a:ext cx="36910030" cy="12590343"/>
          </a:xfrm>
        </p:spPr>
        <p:txBody>
          <a:bodyPr anchor="b"/>
          <a:lstStyle>
            <a:lvl1pPr>
              <a:defRPr sz="26480"/>
            </a:lvl1pPr>
          </a:lstStyle>
          <a:p>
            <a:r>
              <a:rPr lang="fr-FR"/>
              <a:t>Modifiez le style du titre</a:t>
            </a:r>
            <a:endParaRPr lang="en-US" dirty="0"/>
          </a:p>
        </p:txBody>
      </p:sp>
      <p:sp>
        <p:nvSpPr>
          <p:cNvPr id="3" name="Text Placeholder 2"/>
          <p:cNvSpPr>
            <a:spLocks noGrp="1"/>
          </p:cNvSpPr>
          <p:nvPr>
            <p:ph type="body" idx="1"/>
          </p:nvPr>
        </p:nvSpPr>
        <p:spPr>
          <a:xfrm>
            <a:off x="2919818" y="20255262"/>
            <a:ext cx="36910030" cy="6620964"/>
          </a:xfrm>
        </p:spPr>
        <p:txBody>
          <a:bodyPr/>
          <a:lstStyle>
            <a:lvl1pPr marL="0" indent="0">
              <a:buNone/>
              <a:defRPr sz="10592">
                <a:solidFill>
                  <a:schemeClr val="tx1"/>
                </a:solidFill>
              </a:defRPr>
            </a:lvl1pPr>
            <a:lvl2pPr marL="2017806" indent="0">
              <a:buNone/>
              <a:defRPr sz="8827">
                <a:solidFill>
                  <a:schemeClr val="tx1">
                    <a:tint val="75000"/>
                  </a:schemeClr>
                </a:solidFill>
              </a:defRPr>
            </a:lvl2pPr>
            <a:lvl3pPr marL="4035613" indent="0">
              <a:buNone/>
              <a:defRPr sz="7944">
                <a:solidFill>
                  <a:schemeClr val="tx1">
                    <a:tint val="75000"/>
                  </a:schemeClr>
                </a:solidFill>
              </a:defRPr>
            </a:lvl3pPr>
            <a:lvl4pPr marL="6053419" indent="0">
              <a:buNone/>
              <a:defRPr sz="7061">
                <a:solidFill>
                  <a:schemeClr val="tx1">
                    <a:tint val="75000"/>
                  </a:schemeClr>
                </a:solidFill>
              </a:defRPr>
            </a:lvl4pPr>
            <a:lvl5pPr marL="8071226" indent="0">
              <a:buNone/>
              <a:defRPr sz="7061">
                <a:solidFill>
                  <a:schemeClr val="tx1">
                    <a:tint val="75000"/>
                  </a:schemeClr>
                </a:solidFill>
              </a:defRPr>
            </a:lvl5pPr>
            <a:lvl6pPr marL="10089032" indent="0">
              <a:buNone/>
              <a:defRPr sz="7061">
                <a:solidFill>
                  <a:schemeClr val="tx1">
                    <a:tint val="75000"/>
                  </a:schemeClr>
                </a:solidFill>
              </a:defRPr>
            </a:lvl6pPr>
            <a:lvl7pPr marL="12106839" indent="0">
              <a:buNone/>
              <a:defRPr sz="7061">
                <a:solidFill>
                  <a:schemeClr val="tx1">
                    <a:tint val="75000"/>
                  </a:schemeClr>
                </a:solidFill>
              </a:defRPr>
            </a:lvl7pPr>
            <a:lvl8pPr marL="14124645" indent="0">
              <a:buNone/>
              <a:defRPr sz="7061">
                <a:solidFill>
                  <a:schemeClr val="tx1">
                    <a:tint val="75000"/>
                  </a:schemeClr>
                </a:solidFill>
              </a:defRPr>
            </a:lvl8pPr>
            <a:lvl9pPr marL="16142452" indent="0">
              <a:buNone/>
              <a:defRPr sz="7061">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C2A5419-09FA-4C58-825F-B0753BC27968}" type="datetimeFigureOut">
              <a:rPr lang="fr-DZ" smtClean="0"/>
              <a:t>22/08/2026</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222773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942104" y="8057261"/>
            <a:ext cx="18187551" cy="1920430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21664583" y="8057261"/>
            <a:ext cx="18187551" cy="1920430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C2A5419-09FA-4C58-825F-B0753BC27968}" type="datetimeFigureOut">
              <a:rPr lang="fr-DZ" smtClean="0"/>
              <a:t>22/08/2026</a:t>
            </a:fld>
            <a:endParaRPr lang="fr-DZ"/>
          </a:p>
        </p:txBody>
      </p:sp>
      <p:sp>
        <p:nvSpPr>
          <p:cNvPr id="6" name="Footer Placeholder 5"/>
          <p:cNvSpPr>
            <a:spLocks noGrp="1"/>
          </p:cNvSpPr>
          <p:nvPr>
            <p:ph type="ftr" sz="quarter" idx="11"/>
          </p:nvPr>
        </p:nvSpPr>
        <p:spPr/>
        <p:txBody>
          <a:bodyPr/>
          <a:lstStyle/>
          <a:p>
            <a:endParaRPr lang="fr-DZ"/>
          </a:p>
        </p:txBody>
      </p:sp>
      <p:sp>
        <p:nvSpPr>
          <p:cNvPr id="7" name="Slide Number Placeholder 6"/>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441487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947678" y="1611459"/>
            <a:ext cx="36910030" cy="5850274"/>
          </a:xfrm>
        </p:spPr>
        <p:txBody>
          <a:bodyPr/>
          <a:lstStyle/>
          <a:p>
            <a:r>
              <a:rPr lang="fr-FR"/>
              <a:t>Modifiez le style du titre</a:t>
            </a:r>
            <a:endParaRPr lang="en-US" dirty="0"/>
          </a:p>
        </p:txBody>
      </p:sp>
      <p:sp>
        <p:nvSpPr>
          <p:cNvPr id="3" name="Text Placeholder 2"/>
          <p:cNvSpPr>
            <a:spLocks noGrp="1"/>
          </p:cNvSpPr>
          <p:nvPr>
            <p:ph type="body" idx="1"/>
          </p:nvPr>
        </p:nvSpPr>
        <p:spPr>
          <a:xfrm>
            <a:off x="2947682" y="7419688"/>
            <a:ext cx="18103966" cy="3636275"/>
          </a:xfrm>
        </p:spPr>
        <p:txBody>
          <a:bodyPr anchor="b"/>
          <a:lstStyle>
            <a:lvl1pPr marL="0" indent="0">
              <a:buNone/>
              <a:defRPr sz="10592" b="1"/>
            </a:lvl1pPr>
            <a:lvl2pPr marL="2017806" indent="0">
              <a:buNone/>
              <a:defRPr sz="8827" b="1"/>
            </a:lvl2pPr>
            <a:lvl3pPr marL="4035613" indent="0">
              <a:buNone/>
              <a:defRPr sz="7944" b="1"/>
            </a:lvl3pPr>
            <a:lvl4pPr marL="6053419" indent="0">
              <a:buNone/>
              <a:defRPr sz="7061" b="1"/>
            </a:lvl4pPr>
            <a:lvl5pPr marL="8071226" indent="0">
              <a:buNone/>
              <a:defRPr sz="7061" b="1"/>
            </a:lvl5pPr>
            <a:lvl6pPr marL="10089032" indent="0">
              <a:buNone/>
              <a:defRPr sz="7061" b="1"/>
            </a:lvl6pPr>
            <a:lvl7pPr marL="12106839" indent="0">
              <a:buNone/>
              <a:defRPr sz="7061" b="1"/>
            </a:lvl7pPr>
            <a:lvl8pPr marL="14124645" indent="0">
              <a:buNone/>
              <a:defRPr sz="7061" b="1"/>
            </a:lvl8pPr>
            <a:lvl9pPr marL="16142452" indent="0">
              <a:buNone/>
              <a:defRPr sz="7061" b="1"/>
            </a:lvl9pPr>
          </a:lstStyle>
          <a:p>
            <a:pPr lvl="0"/>
            <a:r>
              <a:rPr lang="fr-FR"/>
              <a:t>Cliquez pour modifier les styles du texte du masque</a:t>
            </a:r>
          </a:p>
        </p:txBody>
      </p:sp>
      <p:sp>
        <p:nvSpPr>
          <p:cNvPr id="4" name="Content Placeholder 3"/>
          <p:cNvSpPr>
            <a:spLocks noGrp="1"/>
          </p:cNvSpPr>
          <p:nvPr>
            <p:ph sz="half" idx="2"/>
          </p:nvPr>
        </p:nvSpPr>
        <p:spPr>
          <a:xfrm>
            <a:off x="2947682" y="11055963"/>
            <a:ext cx="18103966" cy="162616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21664585" y="7419688"/>
            <a:ext cx="18193125" cy="3636275"/>
          </a:xfrm>
        </p:spPr>
        <p:txBody>
          <a:bodyPr anchor="b"/>
          <a:lstStyle>
            <a:lvl1pPr marL="0" indent="0">
              <a:buNone/>
              <a:defRPr sz="10592" b="1"/>
            </a:lvl1pPr>
            <a:lvl2pPr marL="2017806" indent="0">
              <a:buNone/>
              <a:defRPr sz="8827" b="1"/>
            </a:lvl2pPr>
            <a:lvl3pPr marL="4035613" indent="0">
              <a:buNone/>
              <a:defRPr sz="7944" b="1"/>
            </a:lvl3pPr>
            <a:lvl4pPr marL="6053419" indent="0">
              <a:buNone/>
              <a:defRPr sz="7061" b="1"/>
            </a:lvl4pPr>
            <a:lvl5pPr marL="8071226" indent="0">
              <a:buNone/>
              <a:defRPr sz="7061" b="1"/>
            </a:lvl5pPr>
            <a:lvl6pPr marL="10089032" indent="0">
              <a:buNone/>
              <a:defRPr sz="7061" b="1"/>
            </a:lvl6pPr>
            <a:lvl7pPr marL="12106839" indent="0">
              <a:buNone/>
              <a:defRPr sz="7061" b="1"/>
            </a:lvl7pPr>
            <a:lvl8pPr marL="14124645" indent="0">
              <a:buNone/>
              <a:defRPr sz="7061" b="1"/>
            </a:lvl8pPr>
            <a:lvl9pPr marL="16142452" indent="0">
              <a:buNone/>
              <a:defRPr sz="7061" b="1"/>
            </a:lvl9pPr>
          </a:lstStyle>
          <a:p>
            <a:pPr lvl="0"/>
            <a:r>
              <a:rPr lang="fr-FR"/>
              <a:t>Cliquez pour modifier les styles du texte du masque</a:t>
            </a:r>
          </a:p>
        </p:txBody>
      </p:sp>
      <p:sp>
        <p:nvSpPr>
          <p:cNvPr id="6" name="Content Placeholder 5"/>
          <p:cNvSpPr>
            <a:spLocks noGrp="1"/>
          </p:cNvSpPr>
          <p:nvPr>
            <p:ph sz="quarter" idx="4"/>
          </p:nvPr>
        </p:nvSpPr>
        <p:spPr>
          <a:xfrm>
            <a:off x="21664585" y="11055963"/>
            <a:ext cx="18193125" cy="1626165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C2A5419-09FA-4C58-825F-B0753BC27968}" type="datetimeFigureOut">
              <a:rPr lang="fr-DZ" smtClean="0"/>
              <a:t>22/08/2026</a:t>
            </a:fld>
            <a:endParaRPr lang="fr-DZ"/>
          </a:p>
        </p:txBody>
      </p:sp>
      <p:sp>
        <p:nvSpPr>
          <p:cNvPr id="8" name="Footer Placeholder 7"/>
          <p:cNvSpPr>
            <a:spLocks noGrp="1"/>
          </p:cNvSpPr>
          <p:nvPr>
            <p:ph type="ftr" sz="quarter" idx="11"/>
          </p:nvPr>
        </p:nvSpPr>
        <p:spPr/>
        <p:txBody>
          <a:bodyPr/>
          <a:lstStyle/>
          <a:p>
            <a:endParaRPr lang="fr-DZ"/>
          </a:p>
        </p:txBody>
      </p:sp>
      <p:sp>
        <p:nvSpPr>
          <p:cNvPr id="9" name="Slide Number Placeholder 8"/>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88590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C2A5419-09FA-4C58-825F-B0753BC27968}" type="datetimeFigureOut">
              <a:rPr lang="fr-DZ" smtClean="0"/>
              <a:t>22/08/2026</a:t>
            </a:fld>
            <a:endParaRPr lang="fr-DZ"/>
          </a:p>
        </p:txBody>
      </p:sp>
      <p:sp>
        <p:nvSpPr>
          <p:cNvPr id="4" name="Footer Placeholder 3"/>
          <p:cNvSpPr>
            <a:spLocks noGrp="1"/>
          </p:cNvSpPr>
          <p:nvPr>
            <p:ph type="ftr" sz="quarter" idx="11"/>
          </p:nvPr>
        </p:nvSpPr>
        <p:spPr/>
        <p:txBody>
          <a:bodyPr/>
          <a:lstStyle/>
          <a:p>
            <a:endParaRPr lang="fr-DZ"/>
          </a:p>
        </p:txBody>
      </p:sp>
      <p:sp>
        <p:nvSpPr>
          <p:cNvPr id="5" name="Slide Number Placeholder 4"/>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281868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2A5419-09FA-4C58-825F-B0753BC27968}" type="datetimeFigureOut">
              <a:rPr lang="fr-DZ" smtClean="0"/>
              <a:t>22/08/2026</a:t>
            </a:fld>
            <a:endParaRPr lang="fr-DZ"/>
          </a:p>
        </p:txBody>
      </p:sp>
      <p:sp>
        <p:nvSpPr>
          <p:cNvPr id="3" name="Footer Placeholder 2"/>
          <p:cNvSpPr>
            <a:spLocks noGrp="1"/>
          </p:cNvSpPr>
          <p:nvPr>
            <p:ph type="ftr" sz="quarter" idx="11"/>
          </p:nvPr>
        </p:nvSpPr>
        <p:spPr/>
        <p:txBody>
          <a:bodyPr/>
          <a:lstStyle/>
          <a:p>
            <a:endParaRPr lang="fr-DZ"/>
          </a:p>
        </p:txBody>
      </p:sp>
      <p:sp>
        <p:nvSpPr>
          <p:cNvPr id="4" name="Slide Number Placeholder 3"/>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1205924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947678" y="2017818"/>
            <a:ext cx="13802256" cy="7062364"/>
          </a:xfrm>
        </p:spPr>
        <p:txBody>
          <a:bodyPr anchor="b"/>
          <a:lstStyle>
            <a:lvl1pPr>
              <a:defRPr sz="14123"/>
            </a:lvl1pPr>
          </a:lstStyle>
          <a:p>
            <a:r>
              <a:rPr lang="fr-FR"/>
              <a:t>Modifiez le style du titre</a:t>
            </a:r>
            <a:endParaRPr lang="en-US" dirty="0"/>
          </a:p>
        </p:txBody>
      </p:sp>
      <p:sp>
        <p:nvSpPr>
          <p:cNvPr id="3" name="Content Placeholder 2"/>
          <p:cNvSpPr>
            <a:spLocks noGrp="1"/>
          </p:cNvSpPr>
          <p:nvPr>
            <p:ph idx="1"/>
          </p:nvPr>
        </p:nvSpPr>
        <p:spPr>
          <a:xfrm>
            <a:off x="18193125" y="4357934"/>
            <a:ext cx="21664583" cy="21509383"/>
          </a:xfrm>
        </p:spPr>
        <p:txBody>
          <a:bodyPr/>
          <a:lstStyle>
            <a:lvl1pPr>
              <a:defRPr sz="14123"/>
            </a:lvl1pPr>
            <a:lvl2pPr>
              <a:defRPr sz="12358"/>
            </a:lvl2pPr>
            <a:lvl3pPr>
              <a:defRPr sz="10592"/>
            </a:lvl3pPr>
            <a:lvl4pPr>
              <a:defRPr sz="8827"/>
            </a:lvl4pPr>
            <a:lvl5pPr>
              <a:defRPr sz="8827"/>
            </a:lvl5pPr>
            <a:lvl6pPr>
              <a:defRPr sz="8827"/>
            </a:lvl6pPr>
            <a:lvl7pPr>
              <a:defRPr sz="8827"/>
            </a:lvl7pPr>
            <a:lvl8pPr>
              <a:defRPr sz="8827"/>
            </a:lvl8pPr>
            <a:lvl9pPr>
              <a:defRPr sz="8827"/>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947678" y="9080183"/>
            <a:ext cx="13802256" cy="16822161"/>
          </a:xfrm>
        </p:spPr>
        <p:txBody>
          <a:bodyPr/>
          <a:lstStyle>
            <a:lvl1pPr marL="0" indent="0">
              <a:buNone/>
              <a:defRPr sz="7061"/>
            </a:lvl1pPr>
            <a:lvl2pPr marL="2017806" indent="0">
              <a:buNone/>
              <a:defRPr sz="6179"/>
            </a:lvl2pPr>
            <a:lvl3pPr marL="4035613" indent="0">
              <a:buNone/>
              <a:defRPr sz="5296"/>
            </a:lvl3pPr>
            <a:lvl4pPr marL="6053419" indent="0">
              <a:buNone/>
              <a:defRPr sz="4413"/>
            </a:lvl4pPr>
            <a:lvl5pPr marL="8071226" indent="0">
              <a:buNone/>
              <a:defRPr sz="4413"/>
            </a:lvl5pPr>
            <a:lvl6pPr marL="10089032" indent="0">
              <a:buNone/>
              <a:defRPr sz="4413"/>
            </a:lvl6pPr>
            <a:lvl7pPr marL="12106839" indent="0">
              <a:buNone/>
              <a:defRPr sz="4413"/>
            </a:lvl7pPr>
            <a:lvl8pPr marL="14124645" indent="0">
              <a:buNone/>
              <a:defRPr sz="4413"/>
            </a:lvl8pPr>
            <a:lvl9pPr marL="16142452" indent="0">
              <a:buNone/>
              <a:defRPr sz="4413"/>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C2A5419-09FA-4C58-825F-B0753BC27968}" type="datetimeFigureOut">
              <a:rPr lang="fr-DZ" smtClean="0"/>
              <a:t>22/08/2026</a:t>
            </a:fld>
            <a:endParaRPr lang="fr-DZ"/>
          </a:p>
        </p:txBody>
      </p:sp>
      <p:sp>
        <p:nvSpPr>
          <p:cNvPr id="6" name="Footer Placeholder 5"/>
          <p:cNvSpPr>
            <a:spLocks noGrp="1"/>
          </p:cNvSpPr>
          <p:nvPr>
            <p:ph type="ftr" sz="quarter" idx="11"/>
          </p:nvPr>
        </p:nvSpPr>
        <p:spPr/>
        <p:txBody>
          <a:bodyPr/>
          <a:lstStyle/>
          <a:p>
            <a:endParaRPr lang="fr-DZ"/>
          </a:p>
        </p:txBody>
      </p:sp>
      <p:sp>
        <p:nvSpPr>
          <p:cNvPr id="7" name="Slide Number Placeholder 6"/>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3436260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947678" y="2017818"/>
            <a:ext cx="13802256" cy="7062364"/>
          </a:xfrm>
        </p:spPr>
        <p:txBody>
          <a:bodyPr anchor="b"/>
          <a:lstStyle>
            <a:lvl1pPr>
              <a:defRPr sz="14123"/>
            </a:lvl1pPr>
          </a:lstStyle>
          <a:p>
            <a:r>
              <a:rPr lang="fr-FR"/>
              <a:t>Modifiez le style du titre</a:t>
            </a:r>
            <a:endParaRPr lang="en-US" dirty="0"/>
          </a:p>
        </p:txBody>
      </p:sp>
      <p:sp>
        <p:nvSpPr>
          <p:cNvPr id="3" name="Picture Placeholder 2"/>
          <p:cNvSpPr>
            <a:spLocks noGrp="1" noChangeAspect="1"/>
          </p:cNvSpPr>
          <p:nvPr>
            <p:ph type="pic" idx="1"/>
          </p:nvPr>
        </p:nvSpPr>
        <p:spPr>
          <a:xfrm>
            <a:off x="18193125" y="4357934"/>
            <a:ext cx="21664583" cy="21509383"/>
          </a:xfrm>
        </p:spPr>
        <p:txBody>
          <a:bodyPr anchor="t"/>
          <a:lstStyle>
            <a:lvl1pPr marL="0" indent="0">
              <a:buNone/>
              <a:defRPr sz="14123"/>
            </a:lvl1pPr>
            <a:lvl2pPr marL="2017806" indent="0">
              <a:buNone/>
              <a:defRPr sz="12358"/>
            </a:lvl2pPr>
            <a:lvl3pPr marL="4035613" indent="0">
              <a:buNone/>
              <a:defRPr sz="10592"/>
            </a:lvl3pPr>
            <a:lvl4pPr marL="6053419" indent="0">
              <a:buNone/>
              <a:defRPr sz="8827"/>
            </a:lvl4pPr>
            <a:lvl5pPr marL="8071226" indent="0">
              <a:buNone/>
              <a:defRPr sz="8827"/>
            </a:lvl5pPr>
            <a:lvl6pPr marL="10089032" indent="0">
              <a:buNone/>
              <a:defRPr sz="8827"/>
            </a:lvl6pPr>
            <a:lvl7pPr marL="12106839" indent="0">
              <a:buNone/>
              <a:defRPr sz="8827"/>
            </a:lvl7pPr>
            <a:lvl8pPr marL="14124645" indent="0">
              <a:buNone/>
              <a:defRPr sz="8827"/>
            </a:lvl8pPr>
            <a:lvl9pPr marL="16142452" indent="0">
              <a:buNone/>
              <a:defRPr sz="8827"/>
            </a:lvl9pPr>
          </a:lstStyle>
          <a:p>
            <a:r>
              <a:rPr lang="fr-FR"/>
              <a:t>Cliquez sur l'icône pour ajouter une image</a:t>
            </a:r>
            <a:endParaRPr lang="en-US" dirty="0"/>
          </a:p>
        </p:txBody>
      </p:sp>
      <p:sp>
        <p:nvSpPr>
          <p:cNvPr id="4" name="Text Placeholder 3"/>
          <p:cNvSpPr>
            <a:spLocks noGrp="1"/>
          </p:cNvSpPr>
          <p:nvPr>
            <p:ph type="body" sz="half" idx="2"/>
          </p:nvPr>
        </p:nvSpPr>
        <p:spPr>
          <a:xfrm>
            <a:off x="2947678" y="9080183"/>
            <a:ext cx="13802256" cy="16822161"/>
          </a:xfrm>
        </p:spPr>
        <p:txBody>
          <a:bodyPr/>
          <a:lstStyle>
            <a:lvl1pPr marL="0" indent="0">
              <a:buNone/>
              <a:defRPr sz="7061"/>
            </a:lvl1pPr>
            <a:lvl2pPr marL="2017806" indent="0">
              <a:buNone/>
              <a:defRPr sz="6179"/>
            </a:lvl2pPr>
            <a:lvl3pPr marL="4035613" indent="0">
              <a:buNone/>
              <a:defRPr sz="5296"/>
            </a:lvl3pPr>
            <a:lvl4pPr marL="6053419" indent="0">
              <a:buNone/>
              <a:defRPr sz="4413"/>
            </a:lvl4pPr>
            <a:lvl5pPr marL="8071226" indent="0">
              <a:buNone/>
              <a:defRPr sz="4413"/>
            </a:lvl5pPr>
            <a:lvl6pPr marL="10089032" indent="0">
              <a:buNone/>
              <a:defRPr sz="4413"/>
            </a:lvl6pPr>
            <a:lvl7pPr marL="12106839" indent="0">
              <a:buNone/>
              <a:defRPr sz="4413"/>
            </a:lvl7pPr>
            <a:lvl8pPr marL="14124645" indent="0">
              <a:buNone/>
              <a:defRPr sz="4413"/>
            </a:lvl8pPr>
            <a:lvl9pPr marL="16142452" indent="0">
              <a:buNone/>
              <a:defRPr sz="4413"/>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C2A5419-09FA-4C58-825F-B0753BC27968}" type="datetimeFigureOut">
              <a:rPr lang="fr-DZ" smtClean="0"/>
              <a:t>22/08/2026</a:t>
            </a:fld>
            <a:endParaRPr lang="fr-DZ"/>
          </a:p>
        </p:txBody>
      </p:sp>
      <p:sp>
        <p:nvSpPr>
          <p:cNvPr id="6" name="Footer Placeholder 5"/>
          <p:cNvSpPr>
            <a:spLocks noGrp="1"/>
          </p:cNvSpPr>
          <p:nvPr>
            <p:ph type="ftr" sz="quarter" idx="11"/>
          </p:nvPr>
        </p:nvSpPr>
        <p:spPr/>
        <p:txBody>
          <a:bodyPr/>
          <a:lstStyle/>
          <a:p>
            <a:endParaRPr lang="fr-DZ"/>
          </a:p>
        </p:txBody>
      </p:sp>
      <p:sp>
        <p:nvSpPr>
          <p:cNvPr id="7" name="Slide Number Placeholder 6"/>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2579017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C2A5419-09FA-4C58-825F-B0753BC27968}" type="datetimeFigureOut">
              <a:rPr lang="fr-DZ" smtClean="0"/>
              <a:t>22/08/2026</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25294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624629" y="1611452"/>
            <a:ext cx="9227508" cy="2565011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942106" y="1611452"/>
            <a:ext cx="27147595" cy="256501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C2A5419-09FA-4C58-825F-B0753BC27968}" type="datetimeFigureOut">
              <a:rPr lang="fr-DZ" smtClean="0"/>
              <a:t>22/08/2026</a:t>
            </a:fld>
            <a:endParaRPr lang="fr-DZ"/>
          </a:p>
        </p:txBody>
      </p:sp>
      <p:sp>
        <p:nvSpPr>
          <p:cNvPr id="5" name="Footer Placeholder 4"/>
          <p:cNvSpPr>
            <a:spLocks noGrp="1"/>
          </p:cNvSpPr>
          <p:nvPr>
            <p:ph type="ftr" sz="quarter" idx="11"/>
          </p:nvPr>
        </p:nvSpPr>
        <p:spPr/>
        <p:txBody>
          <a:bodyPr/>
          <a:lstStyle/>
          <a:p>
            <a:endParaRPr lang="fr-DZ"/>
          </a:p>
        </p:txBody>
      </p:sp>
      <p:sp>
        <p:nvSpPr>
          <p:cNvPr id="6" name="Slide Number Placeholder 5"/>
          <p:cNvSpPr>
            <a:spLocks noGrp="1"/>
          </p:cNvSpPr>
          <p:nvPr>
            <p:ph type="sldNum" sz="quarter" idx="12"/>
          </p:nvPr>
        </p:nvSpPr>
        <p:spPr/>
        <p:txBody>
          <a:bodyPr/>
          <a:lstStyle/>
          <a:p>
            <a:fld id="{C5B4ED2A-9FC5-4326-810B-1E009EDFFC6E}" type="slidenum">
              <a:rPr lang="fr-DZ" smtClean="0"/>
              <a:t>‹N°›</a:t>
            </a:fld>
            <a:endParaRPr lang="fr-DZ"/>
          </a:p>
        </p:txBody>
      </p:sp>
    </p:spTree>
    <p:extLst>
      <p:ext uri="{BB962C8B-B14F-4D97-AF65-F5344CB8AC3E}">
        <p14:creationId xmlns:p14="http://schemas.microsoft.com/office/powerpoint/2010/main" val="1697350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42104" y="1611459"/>
            <a:ext cx="36910030" cy="5850274"/>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942104" y="8057261"/>
            <a:ext cx="36910030" cy="1920430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2942104" y="28053287"/>
            <a:ext cx="9628704" cy="1611452"/>
          </a:xfrm>
          <a:prstGeom prst="rect">
            <a:avLst/>
          </a:prstGeom>
        </p:spPr>
        <p:txBody>
          <a:bodyPr vert="horz" lIns="91440" tIns="45720" rIns="91440" bIns="45720" rtlCol="0" anchor="ctr"/>
          <a:lstStyle>
            <a:lvl1pPr algn="l">
              <a:defRPr sz="5296">
                <a:solidFill>
                  <a:schemeClr val="tx1">
                    <a:tint val="75000"/>
                  </a:schemeClr>
                </a:solidFill>
              </a:defRPr>
            </a:lvl1pPr>
          </a:lstStyle>
          <a:p>
            <a:fld id="{5C2A5419-09FA-4C58-825F-B0753BC27968}" type="datetimeFigureOut">
              <a:rPr lang="fr-DZ" smtClean="0"/>
              <a:t>22/08/2026</a:t>
            </a:fld>
            <a:endParaRPr lang="fr-DZ"/>
          </a:p>
        </p:txBody>
      </p:sp>
      <p:sp>
        <p:nvSpPr>
          <p:cNvPr id="5" name="Footer Placeholder 4"/>
          <p:cNvSpPr>
            <a:spLocks noGrp="1"/>
          </p:cNvSpPr>
          <p:nvPr>
            <p:ph type="ftr" sz="quarter" idx="3"/>
          </p:nvPr>
        </p:nvSpPr>
        <p:spPr>
          <a:xfrm>
            <a:off x="14175592" y="28053287"/>
            <a:ext cx="14443055" cy="1611452"/>
          </a:xfrm>
          <a:prstGeom prst="rect">
            <a:avLst/>
          </a:prstGeom>
        </p:spPr>
        <p:txBody>
          <a:bodyPr vert="horz" lIns="91440" tIns="45720" rIns="91440" bIns="45720" rtlCol="0" anchor="ctr"/>
          <a:lstStyle>
            <a:lvl1pPr algn="ctr">
              <a:defRPr sz="5296">
                <a:solidFill>
                  <a:schemeClr val="tx1">
                    <a:tint val="75000"/>
                  </a:schemeClr>
                </a:solidFill>
              </a:defRPr>
            </a:lvl1pPr>
          </a:lstStyle>
          <a:p>
            <a:endParaRPr lang="fr-DZ"/>
          </a:p>
        </p:txBody>
      </p:sp>
      <p:sp>
        <p:nvSpPr>
          <p:cNvPr id="6" name="Slide Number Placeholder 5"/>
          <p:cNvSpPr>
            <a:spLocks noGrp="1"/>
          </p:cNvSpPr>
          <p:nvPr>
            <p:ph type="sldNum" sz="quarter" idx="4"/>
          </p:nvPr>
        </p:nvSpPr>
        <p:spPr>
          <a:xfrm>
            <a:off x="30223430" y="28053287"/>
            <a:ext cx="9628704" cy="1611452"/>
          </a:xfrm>
          <a:prstGeom prst="rect">
            <a:avLst/>
          </a:prstGeom>
        </p:spPr>
        <p:txBody>
          <a:bodyPr vert="horz" lIns="91440" tIns="45720" rIns="91440" bIns="45720" rtlCol="0" anchor="ctr"/>
          <a:lstStyle>
            <a:lvl1pPr algn="r">
              <a:defRPr sz="5296">
                <a:solidFill>
                  <a:schemeClr val="tx1">
                    <a:tint val="75000"/>
                  </a:schemeClr>
                </a:solidFill>
              </a:defRPr>
            </a:lvl1pPr>
          </a:lstStyle>
          <a:p>
            <a:fld id="{C5B4ED2A-9FC5-4326-810B-1E009EDFFC6E}" type="slidenum">
              <a:rPr lang="fr-DZ" smtClean="0"/>
              <a:t>‹N°›</a:t>
            </a:fld>
            <a:endParaRPr lang="fr-DZ"/>
          </a:p>
        </p:txBody>
      </p:sp>
    </p:spTree>
    <p:extLst>
      <p:ext uri="{BB962C8B-B14F-4D97-AF65-F5344CB8AC3E}">
        <p14:creationId xmlns:p14="http://schemas.microsoft.com/office/powerpoint/2010/main" val="10105347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4035613" rtl="0" eaLnBrk="1" latinLnBrk="0" hangingPunct="1">
        <a:lnSpc>
          <a:spcPct val="90000"/>
        </a:lnSpc>
        <a:spcBef>
          <a:spcPct val="0"/>
        </a:spcBef>
        <a:buNone/>
        <a:defRPr sz="19419" kern="1200">
          <a:solidFill>
            <a:schemeClr val="tx1"/>
          </a:solidFill>
          <a:latin typeface="+mj-lt"/>
          <a:ea typeface="+mj-ea"/>
          <a:cs typeface="+mj-cs"/>
        </a:defRPr>
      </a:lvl1pPr>
    </p:titleStyle>
    <p:bodyStyle>
      <a:lvl1pPr marL="1008903" indent="-1008903" algn="l" defTabSz="4035613" rtl="0" eaLnBrk="1" latinLnBrk="0" hangingPunct="1">
        <a:lnSpc>
          <a:spcPct val="90000"/>
        </a:lnSpc>
        <a:spcBef>
          <a:spcPts val="4413"/>
        </a:spcBef>
        <a:buFont typeface="Arial" panose="020B0604020202020204" pitchFamily="34" charset="0"/>
        <a:buChar char="•"/>
        <a:defRPr sz="12358" kern="1200">
          <a:solidFill>
            <a:schemeClr val="tx1"/>
          </a:solidFill>
          <a:latin typeface="+mn-lt"/>
          <a:ea typeface="+mn-ea"/>
          <a:cs typeface="+mn-cs"/>
        </a:defRPr>
      </a:lvl1pPr>
      <a:lvl2pPr marL="3026710" indent="-1008903" algn="l" defTabSz="4035613" rtl="0" eaLnBrk="1" latinLnBrk="0" hangingPunct="1">
        <a:lnSpc>
          <a:spcPct val="90000"/>
        </a:lnSpc>
        <a:spcBef>
          <a:spcPts val="2207"/>
        </a:spcBef>
        <a:buFont typeface="Arial" panose="020B0604020202020204" pitchFamily="34" charset="0"/>
        <a:buChar char="•"/>
        <a:defRPr sz="10592" kern="1200">
          <a:solidFill>
            <a:schemeClr val="tx1"/>
          </a:solidFill>
          <a:latin typeface="+mn-lt"/>
          <a:ea typeface="+mn-ea"/>
          <a:cs typeface="+mn-cs"/>
        </a:defRPr>
      </a:lvl2pPr>
      <a:lvl3pPr marL="5044516" indent="-1008903" algn="l" defTabSz="4035613" rtl="0" eaLnBrk="1" latinLnBrk="0" hangingPunct="1">
        <a:lnSpc>
          <a:spcPct val="90000"/>
        </a:lnSpc>
        <a:spcBef>
          <a:spcPts val="2207"/>
        </a:spcBef>
        <a:buFont typeface="Arial" panose="020B0604020202020204" pitchFamily="34" charset="0"/>
        <a:buChar char="•"/>
        <a:defRPr sz="8827" kern="1200">
          <a:solidFill>
            <a:schemeClr val="tx1"/>
          </a:solidFill>
          <a:latin typeface="+mn-lt"/>
          <a:ea typeface="+mn-ea"/>
          <a:cs typeface="+mn-cs"/>
        </a:defRPr>
      </a:lvl3pPr>
      <a:lvl4pPr marL="7062323" indent="-1008903" algn="l" defTabSz="4035613" rtl="0" eaLnBrk="1" latinLnBrk="0" hangingPunct="1">
        <a:lnSpc>
          <a:spcPct val="90000"/>
        </a:lnSpc>
        <a:spcBef>
          <a:spcPts val="2207"/>
        </a:spcBef>
        <a:buFont typeface="Arial" panose="020B0604020202020204" pitchFamily="34" charset="0"/>
        <a:buChar char="•"/>
        <a:defRPr sz="7944" kern="1200">
          <a:solidFill>
            <a:schemeClr val="tx1"/>
          </a:solidFill>
          <a:latin typeface="+mn-lt"/>
          <a:ea typeface="+mn-ea"/>
          <a:cs typeface="+mn-cs"/>
        </a:defRPr>
      </a:lvl4pPr>
      <a:lvl5pPr marL="9080129" indent="-1008903" algn="l" defTabSz="4035613" rtl="0" eaLnBrk="1" latinLnBrk="0" hangingPunct="1">
        <a:lnSpc>
          <a:spcPct val="90000"/>
        </a:lnSpc>
        <a:spcBef>
          <a:spcPts val="2207"/>
        </a:spcBef>
        <a:buFont typeface="Arial" panose="020B0604020202020204" pitchFamily="34" charset="0"/>
        <a:buChar char="•"/>
        <a:defRPr sz="7944" kern="1200">
          <a:solidFill>
            <a:schemeClr val="tx1"/>
          </a:solidFill>
          <a:latin typeface="+mn-lt"/>
          <a:ea typeface="+mn-ea"/>
          <a:cs typeface="+mn-cs"/>
        </a:defRPr>
      </a:lvl5pPr>
      <a:lvl6pPr marL="11097936" indent="-1008903" algn="l" defTabSz="4035613" rtl="0" eaLnBrk="1" latinLnBrk="0" hangingPunct="1">
        <a:lnSpc>
          <a:spcPct val="90000"/>
        </a:lnSpc>
        <a:spcBef>
          <a:spcPts val="2207"/>
        </a:spcBef>
        <a:buFont typeface="Arial" panose="020B0604020202020204" pitchFamily="34" charset="0"/>
        <a:buChar char="•"/>
        <a:defRPr sz="7944" kern="1200">
          <a:solidFill>
            <a:schemeClr val="tx1"/>
          </a:solidFill>
          <a:latin typeface="+mn-lt"/>
          <a:ea typeface="+mn-ea"/>
          <a:cs typeface="+mn-cs"/>
        </a:defRPr>
      </a:lvl6pPr>
      <a:lvl7pPr marL="13115742" indent="-1008903" algn="l" defTabSz="4035613" rtl="0" eaLnBrk="1" latinLnBrk="0" hangingPunct="1">
        <a:lnSpc>
          <a:spcPct val="90000"/>
        </a:lnSpc>
        <a:spcBef>
          <a:spcPts val="2207"/>
        </a:spcBef>
        <a:buFont typeface="Arial" panose="020B0604020202020204" pitchFamily="34" charset="0"/>
        <a:buChar char="•"/>
        <a:defRPr sz="7944" kern="1200">
          <a:solidFill>
            <a:schemeClr val="tx1"/>
          </a:solidFill>
          <a:latin typeface="+mn-lt"/>
          <a:ea typeface="+mn-ea"/>
          <a:cs typeface="+mn-cs"/>
        </a:defRPr>
      </a:lvl7pPr>
      <a:lvl8pPr marL="15133549" indent="-1008903" algn="l" defTabSz="4035613" rtl="0" eaLnBrk="1" latinLnBrk="0" hangingPunct="1">
        <a:lnSpc>
          <a:spcPct val="90000"/>
        </a:lnSpc>
        <a:spcBef>
          <a:spcPts val="2207"/>
        </a:spcBef>
        <a:buFont typeface="Arial" panose="020B0604020202020204" pitchFamily="34" charset="0"/>
        <a:buChar char="•"/>
        <a:defRPr sz="7944" kern="1200">
          <a:solidFill>
            <a:schemeClr val="tx1"/>
          </a:solidFill>
          <a:latin typeface="+mn-lt"/>
          <a:ea typeface="+mn-ea"/>
          <a:cs typeface="+mn-cs"/>
        </a:defRPr>
      </a:lvl8pPr>
      <a:lvl9pPr marL="17151355" indent="-1008903" algn="l" defTabSz="4035613" rtl="0" eaLnBrk="1" latinLnBrk="0" hangingPunct="1">
        <a:lnSpc>
          <a:spcPct val="90000"/>
        </a:lnSpc>
        <a:spcBef>
          <a:spcPts val="2207"/>
        </a:spcBef>
        <a:buFont typeface="Arial" panose="020B0604020202020204" pitchFamily="34" charset="0"/>
        <a:buChar char="•"/>
        <a:defRPr sz="7944" kern="1200">
          <a:solidFill>
            <a:schemeClr val="tx1"/>
          </a:solidFill>
          <a:latin typeface="+mn-lt"/>
          <a:ea typeface="+mn-ea"/>
          <a:cs typeface="+mn-cs"/>
        </a:defRPr>
      </a:lvl9pPr>
    </p:bodyStyle>
    <p:otherStyle>
      <a:defPPr>
        <a:defRPr lang="en-US"/>
      </a:defPPr>
      <a:lvl1pPr marL="0" algn="l" defTabSz="4035613" rtl="0" eaLnBrk="1" latinLnBrk="0" hangingPunct="1">
        <a:defRPr sz="7944" kern="1200">
          <a:solidFill>
            <a:schemeClr val="tx1"/>
          </a:solidFill>
          <a:latin typeface="+mn-lt"/>
          <a:ea typeface="+mn-ea"/>
          <a:cs typeface="+mn-cs"/>
        </a:defRPr>
      </a:lvl1pPr>
      <a:lvl2pPr marL="2017806" algn="l" defTabSz="4035613" rtl="0" eaLnBrk="1" latinLnBrk="0" hangingPunct="1">
        <a:defRPr sz="7944" kern="1200">
          <a:solidFill>
            <a:schemeClr val="tx1"/>
          </a:solidFill>
          <a:latin typeface="+mn-lt"/>
          <a:ea typeface="+mn-ea"/>
          <a:cs typeface="+mn-cs"/>
        </a:defRPr>
      </a:lvl2pPr>
      <a:lvl3pPr marL="4035613" algn="l" defTabSz="4035613" rtl="0" eaLnBrk="1" latinLnBrk="0" hangingPunct="1">
        <a:defRPr sz="7944" kern="1200">
          <a:solidFill>
            <a:schemeClr val="tx1"/>
          </a:solidFill>
          <a:latin typeface="+mn-lt"/>
          <a:ea typeface="+mn-ea"/>
          <a:cs typeface="+mn-cs"/>
        </a:defRPr>
      </a:lvl3pPr>
      <a:lvl4pPr marL="6053419" algn="l" defTabSz="4035613" rtl="0" eaLnBrk="1" latinLnBrk="0" hangingPunct="1">
        <a:defRPr sz="7944" kern="1200">
          <a:solidFill>
            <a:schemeClr val="tx1"/>
          </a:solidFill>
          <a:latin typeface="+mn-lt"/>
          <a:ea typeface="+mn-ea"/>
          <a:cs typeface="+mn-cs"/>
        </a:defRPr>
      </a:lvl4pPr>
      <a:lvl5pPr marL="8071226" algn="l" defTabSz="4035613" rtl="0" eaLnBrk="1" latinLnBrk="0" hangingPunct="1">
        <a:defRPr sz="7944" kern="1200">
          <a:solidFill>
            <a:schemeClr val="tx1"/>
          </a:solidFill>
          <a:latin typeface="+mn-lt"/>
          <a:ea typeface="+mn-ea"/>
          <a:cs typeface="+mn-cs"/>
        </a:defRPr>
      </a:lvl5pPr>
      <a:lvl6pPr marL="10089032" algn="l" defTabSz="4035613" rtl="0" eaLnBrk="1" latinLnBrk="0" hangingPunct="1">
        <a:defRPr sz="7944" kern="1200">
          <a:solidFill>
            <a:schemeClr val="tx1"/>
          </a:solidFill>
          <a:latin typeface="+mn-lt"/>
          <a:ea typeface="+mn-ea"/>
          <a:cs typeface="+mn-cs"/>
        </a:defRPr>
      </a:lvl6pPr>
      <a:lvl7pPr marL="12106839" algn="l" defTabSz="4035613" rtl="0" eaLnBrk="1" latinLnBrk="0" hangingPunct="1">
        <a:defRPr sz="7944" kern="1200">
          <a:solidFill>
            <a:schemeClr val="tx1"/>
          </a:solidFill>
          <a:latin typeface="+mn-lt"/>
          <a:ea typeface="+mn-ea"/>
          <a:cs typeface="+mn-cs"/>
        </a:defRPr>
      </a:lvl7pPr>
      <a:lvl8pPr marL="14124645" algn="l" defTabSz="4035613" rtl="0" eaLnBrk="1" latinLnBrk="0" hangingPunct="1">
        <a:defRPr sz="7944" kern="1200">
          <a:solidFill>
            <a:schemeClr val="tx1"/>
          </a:solidFill>
          <a:latin typeface="+mn-lt"/>
          <a:ea typeface="+mn-ea"/>
          <a:cs typeface="+mn-cs"/>
        </a:defRPr>
      </a:lvl8pPr>
      <a:lvl9pPr marL="16142452" algn="l" defTabSz="4035613" rtl="0" eaLnBrk="1" latinLnBrk="0" hangingPunct="1">
        <a:defRPr sz="794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49BA7D4C-E378-916E-0D41-DC97E7C2BE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4611" y="381285"/>
            <a:ext cx="5354734" cy="1853915"/>
          </a:xfrm>
          <a:prstGeom prst="rect">
            <a:avLst/>
          </a:prstGeom>
        </p:spPr>
      </p:pic>
      <p:sp>
        <p:nvSpPr>
          <p:cNvPr id="5" name="Rectangle 4">
            <a:extLst>
              <a:ext uri="{FF2B5EF4-FFF2-40B4-BE49-F238E27FC236}">
                <a16:creationId xmlns:a16="http://schemas.microsoft.com/office/drawing/2014/main" id="{7F46DC2C-A69C-0B3D-534D-26BA491986B5}"/>
              </a:ext>
            </a:extLst>
          </p:cNvPr>
          <p:cNvSpPr/>
          <p:nvPr/>
        </p:nvSpPr>
        <p:spPr>
          <a:xfrm>
            <a:off x="0" y="3000886"/>
            <a:ext cx="42794238" cy="2912931"/>
          </a:xfrm>
          <a:prstGeom prst="rect">
            <a:avLst/>
          </a:prstGeom>
          <a:solidFill>
            <a:srgbClr val="002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0" b="1" dirty="0">
                <a:latin typeface="Times New Roman" panose="02020603050405020304" pitchFamily="18" charset="0"/>
                <a:cs typeface="Times New Roman" panose="02020603050405020304" pitchFamily="18" charset="0"/>
              </a:rPr>
              <a:t>   </a:t>
            </a:r>
            <a:r>
              <a:rPr lang="fr-FR" sz="10000" b="1" spc="600" dirty="0">
                <a:latin typeface="Times New Roman" panose="02020603050405020304" pitchFamily="18" charset="0"/>
                <a:cs typeface="Times New Roman" panose="02020603050405020304" pitchFamily="18" charset="0"/>
              </a:rPr>
              <a:t>APPLICATION DE LA MÉTHODE </a:t>
            </a:r>
            <a:r>
              <a:rPr lang="fr-FR" sz="10000" b="1" spc="600" dirty="0">
                <a:solidFill>
                  <a:srgbClr val="FF9900"/>
                </a:solidFill>
                <a:latin typeface="Times New Roman" panose="02020603050405020304" pitchFamily="18" charset="0"/>
                <a:cs typeface="Times New Roman" panose="02020603050405020304" pitchFamily="18" charset="0"/>
              </a:rPr>
              <a:t>AMDEC</a:t>
            </a:r>
            <a:r>
              <a:rPr lang="fr-FR" sz="10000" b="1" spc="600" dirty="0">
                <a:latin typeface="Times New Roman" panose="02020603050405020304" pitchFamily="18" charset="0"/>
                <a:cs typeface="Times New Roman" panose="02020603050405020304" pitchFamily="18" charset="0"/>
              </a:rPr>
              <a:t> À UN </a:t>
            </a:r>
          </a:p>
          <a:p>
            <a:pPr algn="ctr"/>
            <a:r>
              <a:rPr lang="fr-FR" sz="10000" b="1" spc="600" dirty="0">
                <a:latin typeface="Times New Roman" panose="02020603050405020304" pitchFamily="18" charset="0"/>
                <a:cs typeface="Times New Roman" panose="02020603050405020304" pitchFamily="18" charset="0"/>
              </a:rPr>
              <a:t>MOTEUR ASYNCHRONE TRIPHASÉ</a:t>
            </a:r>
            <a:endParaRPr lang="fr-DZ" sz="10000" b="1" spc="600" dirty="0">
              <a:latin typeface="Times New Roman" panose="02020603050405020304" pitchFamily="18" charset="0"/>
              <a:cs typeface="Times New Roman" panose="02020603050405020304" pitchFamily="18" charset="0"/>
            </a:endParaRPr>
          </a:p>
        </p:txBody>
      </p:sp>
      <p:sp>
        <p:nvSpPr>
          <p:cNvPr id="7" name="Triangle rectangle 51">
            <a:extLst>
              <a:ext uri="{FF2B5EF4-FFF2-40B4-BE49-F238E27FC236}">
                <a16:creationId xmlns:a16="http://schemas.microsoft.com/office/drawing/2014/main" id="{2447B0EB-5461-9A5F-D964-D6E393F11E35}"/>
              </a:ext>
            </a:extLst>
          </p:cNvPr>
          <p:cNvSpPr/>
          <p:nvPr/>
        </p:nvSpPr>
        <p:spPr>
          <a:xfrm rot="8437366">
            <a:off x="37776512" y="3269303"/>
            <a:ext cx="5261495" cy="3502708"/>
          </a:xfrm>
          <a:custGeom>
            <a:avLst/>
            <a:gdLst>
              <a:gd name="connsiteX0" fmla="*/ 0 w 3468959"/>
              <a:gd name="connsiteY0" fmla="*/ 1957958 h 1957958"/>
              <a:gd name="connsiteX1" fmla="*/ 0 w 3468959"/>
              <a:gd name="connsiteY1" fmla="*/ 0 h 1957958"/>
              <a:gd name="connsiteX2" fmla="*/ 3468959 w 3468959"/>
              <a:gd name="connsiteY2" fmla="*/ 1957958 h 1957958"/>
              <a:gd name="connsiteX3" fmla="*/ 0 w 3468959"/>
              <a:gd name="connsiteY3" fmla="*/ 1957958 h 1957958"/>
              <a:gd name="connsiteX0" fmla="*/ 0 w 3468959"/>
              <a:gd name="connsiteY0" fmla="*/ 1372476 h 1372476"/>
              <a:gd name="connsiteX1" fmla="*/ 1135200 w 3468959"/>
              <a:gd name="connsiteY1" fmla="*/ 0 h 1372476"/>
              <a:gd name="connsiteX2" fmla="*/ 3468959 w 3468959"/>
              <a:gd name="connsiteY2" fmla="*/ 1372476 h 1372476"/>
              <a:gd name="connsiteX3" fmla="*/ 0 w 3468959"/>
              <a:gd name="connsiteY3" fmla="*/ 1372476 h 1372476"/>
              <a:gd name="connsiteX0" fmla="*/ 0 w 3041879"/>
              <a:gd name="connsiteY0" fmla="*/ 1372476 h 1541295"/>
              <a:gd name="connsiteX1" fmla="*/ 1135200 w 3041879"/>
              <a:gd name="connsiteY1" fmla="*/ 0 h 1541295"/>
              <a:gd name="connsiteX2" fmla="*/ 3041879 w 3041879"/>
              <a:gd name="connsiteY2" fmla="*/ 1541295 h 1541295"/>
              <a:gd name="connsiteX3" fmla="*/ 0 w 3041879"/>
              <a:gd name="connsiteY3" fmla="*/ 1372476 h 1541295"/>
              <a:gd name="connsiteX0" fmla="*/ 0 w 3616490"/>
              <a:gd name="connsiteY0" fmla="*/ 1372476 h 2093642"/>
              <a:gd name="connsiteX1" fmla="*/ 1135200 w 3616490"/>
              <a:gd name="connsiteY1" fmla="*/ 0 h 2093642"/>
              <a:gd name="connsiteX2" fmla="*/ 3616490 w 3616490"/>
              <a:gd name="connsiteY2" fmla="*/ 2093642 h 2093642"/>
              <a:gd name="connsiteX3" fmla="*/ 0 w 3616490"/>
              <a:gd name="connsiteY3" fmla="*/ 1372476 h 2093642"/>
              <a:gd name="connsiteX0" fmla="*/ 0 w 3009735"/>
              <a:gd name="connsiteY0" fmla="*/ 625330 h 2093642"/>
              <a:gd name="connsiteX1" fmla="*/ 528445 w 3009735"/>
              <a:gd name="connsiteY1" fmla="*/ 0 h 2093642"/>
              <a:gd name="connsiteX2" fmla="*/ 3009735 w 3009735"/>
              <a:gd name="connsiteY2" fmla="*/ 2093642 h 2093642"/>
              <a:gd name="connsiteX3" fmla="*/ 0 w 3009735"/>
              <a:gd name="connsiteY3" fmla="*/ 625330 h 2093642"/>
              <a:gd name="connsiteX0" fmla="*/ 0 w 3009735"/>
              <a:gd name="connsiteY0" fmla="*/ 758442 h 2226754"/>
              <a:gd name="connsiteX1" fmla="*/ 516499 w 3009735"/>
              <a:gd name="connsiteY1" fmla="*/ 0 h 2226754"/>
              <a:gd name="connsiteX2" fmla="*/ 3009735 w 3009735"/>
              <a:gd name="connsiteY2" fmla="*/ 2226754 h 2226754"/>
              <a:gd name="connsiteX3" fmla="*/ 0 w 3009735"/>
              <a:gd name="connsiteY3" fmla="*/ 758442 h 2226754"/>
              <a:gd name="connsiteX0" fmla="*/ 0 w 3009735"/>
              <a:gd name="connsiteY0" fmla="*/ 749870 h 2218182"/>
              <a:gd name="connsiteX1" fmla="*/ 526019 w 3009735"/>
              <a:gd name="connsiteY1" fmla="*/ 0 h 2218182"/>
              <a:gd name="connsiteX2" fmla="*/ 3009735 w 3009735"/>
              <a:gd name="connsiteY2" fmla="*/ 2218182 h 2218182"/>
              <a:gd name="connsiteX3" fmla="*/ 0 w 3009735"/>
              <a:gd name="connsiteY3" fmla="*/ 749870 h 2218182"/>
              <a:gd name="connsiteX0" fmla="*/ 0 w 3009735"/>
              <a:gd name="connsiteY0" fmla="*/ 736141 h 2204453"/>
              <a:gd name="connsiteX1" fmla="*/ 541266 w 3009735"/>
              <a:gd name="connsiteY1" fmla="*/ 0 h 2204453"/>
              <a:gd name="connsiteX2" fmla="*/ 3009735 w 3009735"/>
              <a:gd name="connsiteY2" fmla="*/ 2204453 h 2204453"/>
              <a:gd name="connsiteX3" fmla="*/ 0 w 3009735"/>
              <a:gd name="connsiteY3" fmla="*/ 736141 h 2204453"/>
              <a:gd name="connsiteX0" fmla="*/ 0 w 2998315"/>
              <a:gd name="connsiteY0" fmla="*/ 736141 h 2233362"/>
              <a:gd name="connsiteX1" fmla="*/ 541266 w 2998315"/>
              <a:gd name="connsiteY1" fmla="*/ 0 h 2233362"/>
              <a:gd name="connsiteX2" fmla="*/ 2998315 w 2998315"/>
              <a:gd name="connsiteY2" fmla="*/ 2233362 h 2233362"/>
              <a:gd name="connsiteX3" fmla="*/ 0 w 2998315"/>
              <a:gd name="connsiteY3" fmla="*/ 736141 h 2233362"/>
              <a:gd name="connsiteX0" fmla="*/ 0 w 2955407"/>
              <a:gd name="connsiteY0" fmla="*/ 736141 h 2186144"/>
              <a:gd name="connsiteX1" fmla="*/ 541266 w 2955407"/>
              <a:gd name="connsiteY1" fmla="*/ 0 h 2186144"/>
              <a:gd name="connsiteX2" fmla="*/ 2955407 w 2955407"/>
              <a:gd name="connsiteY2" fmla="*/ 2186144 h 2186144"/>
              <a:gd name="connsiteX3" fmla="*/ 0 w 2955407"/>
              <a:gd name="connsiteY3" fmla="*/ 736141 h 2186144"/>
              <a:gd name="connsiteX0" fmla="*/ 0 w 2955407"/>
              <a:gd name="connsiteY0" fmla="*/ 736141 h 2186144"/>
              <a:gd name="connsiteX1" fmla="*/ 541266 w 2955407"/>
              <a:gd name="connsiteY1" fmla="*/ 0 h 2186144"/>
              <a:gd name="connsiteX2" fmla="*/ 630518 w 2955407"/>
              <a:gd name="connsiteY2" fmla="*/ 76263 h 2186144"/>
              <a:gd name="connsiteX3" fmla="*/ 2955407 w 2955407"/>
              <a:gd name="connsiteY3" fmla="*/ 2186144 h 2186144"/>
              <a:gd name="connsiteX4" fmla="*/ 0 w 2955407"/>
              <a:gd name="connsiteY4" fmla="*/ 736141 h 2186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407" h="2186144">
                <a:moveTo>
                  <a:pt x="0" y="736141"/>
                </a:moveTo>
                <a:lnTo>
                  <a:pt x="541266" y="0"/>
                </a:lnTo>
                <a:cubicBezTo>
                  <a:pt x="626441" y="78896"/>
                  <a:pt x="545343" y="-2633"/>
                  <a:pt x="630518" y="76263"/>
                </a:cubicBezTo>
                <a:lnTo>
                  <a:pt x="2955407" y="2186144"/>
                </a:lnTo>
                <a:lnTo>
                  <a:pt x="0" y="736141"/>
                </a:lnTo>
                <a:close/>
              </a:path>
            </a:pathLst>
          </a:custGeom>
          <a:solidFill>
            <a:schemeClr val="bg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DZ" dirty="0"/>
          </a:p>
        </p:txBody>
      </p:sp>
      <p:pic>
        <p:nvPicPr>
          <p:cNvPr id="8" name="Image 7">
            <a:extLst>
              <a:ext uri="{FF2B5EF4-FFF2-40B4-BE49-F238E27FC236}">
                <a16:creationId xmlns:a16="http://schemas.microsoft.com/office/drawing/2014/main" id="{B2812C32-627D-222D-1B8E-9F2367A145F8}"/>
              </a:ext>
            </a:extLst>
          </p:cNvPr>
          <p:cNvPicPr>
            <a:picLocks noChangeAspect="1"/>
          </p:cNvPicPr>
          <p:nvPr/>
        </p:nvPicPr>
        <p:blipFill>
          <a:blip r:embed="rId4"/>
          <a:stretch>
            <a:fillRect/>
          </a:stretch>
        </p:blipFill>
        <p:spPr>
          <a:xfrm>
            <a:off x="37893344" y="1607421"/>
            <a:ext cx="5027830" cy="3808963"/>
          </a:xfrm>
          <a:prstGeom prst="rect">
            <a:avLst/>
          </a:prstGeom>
        </p:spPr>
      </p:pic>
      <p:sp>
        <p:nvSpPr>
          <p:cNvPr id="9" name="ZoneTexte 8">
            <a:extLst>
              <a:ext uri="{FF2B5EF4-FFF2-40B4-BE49-F238E27FC236}">
                <a16:creationId xmlns:a16="http://schemas.microsoft.com/office/drawing/2014/main" id="{F1EC72CE-C49A-26BB-1AC4-43FC3156FCB3}"/>
              </a:ext>
            </a:extLst>
          </p:cNvPr>
          <p:cNvSpPr txBox="1"/>
          <p:nvPr/>
        </p:nvSpPr>
        <p:spPr>
          <a:xfrm>
            <a:off x="11887200" y="582105"/>
            <a:ext cx="15937947" cy="2062103"/>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a:spAutoFit/>
          </a:bodyPr>
          <a:lstStyle/>
          <a:p>
            <a:pPr algn="ctr">
              <a:defRPr sz="2800" i="1"/>
            </a:pPr>
            <a:r>
              <a:rPr lang="fr-FR" sz="3000" b="1" spc="600" dirty="0">
                <a:solidFill>
                  <a:srgbClr val="00245C"/>
                </a:solidFill>
                <a:effectLst>
                  <a:outerShdw blurRad="38100" dist="38100" dir="2700000" algn="tl">
                    <a:srgbClr val="000000">
                      <a:alpha val="43137"/>
                    </a:srgbClr>
                  </a:outerShdw>
                </a:effectLst>
              </a:rPr>
              <a:t> </a:t>
            </a:r>
            <a:r>
              <a:rPr lang="fr-FR" sz="3000" b="1" dirty="0">
                <a:solidFill>
                  <a:srgbClr val="00245C"/>
                </a:solidFill>
              </a:rPr>
              <a:t> </a:t>
            </a:r>
            <a:r>
              <a:rPr lang="fr-FR" sz="3200" b="1" dirty="0">
                <a:solidFill>
                  <a:srgbClr val="00245C"/>
                </a:solidFill>
              </a:rPr>
              <a:t>Université Abderrahmane MIRA- Béjaia</a:t>
            </a:r>
          </a:p>
          <a:p>
            <a:pPr algn="ctr">
              <a:defRPr sz="2800" i="1"/>
            </a:pPr>
            <a:r>
              <a:rPr lang="fr-FR" sz="3200" b="1" dirty="0">
                <a:solidFill>
                  <a:srgbClr val="034A90"/>
                </a:solidFill>
              </a:rPr>
              <a:t>Faculté de Technologie</a:t>
            </a:r>
          </a:p>
          <a:p>
            <a:pPr algn="ctr">
              <a:defRPr sz="2800" i="1"/>
            </a:pPr>
            <a:r>
              <a:rPr lang="fr-FR" sz="3200" b="1" dirty="0">
                <a:solidFill>
                  <a:srgbClr val="00245C"/>
                </a:solidFill>
              </a:rPr>
              <a:t>Département de Génie Electrique</a:t>
            </a:r>
            <a:r>
              <a:rPr lang="fr-FR" sz="3200" b="1" dirty="0">
                <a:solidFill>
                  <a:srgbClr val="31507A"/>
                </a:solidFill>
              </a:rPr>
              <a:t> </a:t>
            </a:r>
          </a:p>
          <a:p>
            <a:pPr algn="ctr">
              <a:defRPr sz="2800" i="1"/>
            </a:pPr>
            <a:r>
              <a:rPr lang="fr-FR" sz="3200" b="1" dirty="0">
                <a:solidFill>
                  <a:schemeClr val="tx1"/>
                </a:solidFill>
                <a:effectLst>
                  <a:outerShdw blurRad="38100" dist="38100" dir="2700000" algn="tl">
                    <a:srgbClr val="000000">
                      <a:alpha val="43137"/>
                    </a:srgbClr>
                  </a:outerShdw>
                </a:effectLst>
              </a:rPr>
              <a:t>BOUNOUNI FARES  ,DRIS AHMED , HATTOU LAMINE </a:t>
            </a:r>
            <a:r>
              <a:rPr lang="fr-FR" sz="3200" b="1" dirty="0">
                <a:cs typeface="Times New Roman" panose="02020603050405020304" pitchFamily="18" charset="0"/>
              </a:rPr>
              <a:t>Encadré par </a:t>
            </a:r>
            <a:r>
              <a:rPr lang="fr-FR" sz="3200" b="1" dirty="0">
                <a:solidFill>
                  <a:schemeClr val="tx1"/>
                </a:solidFill>
                <a:effectLst>
                  <a:outerShdw blurRad="38100" dist="38100" dir="2700000" algn="tl">
                    <a:srgbClr val="000000">
                      <a:alpha val="43137"/>
                    </a:srgbClr>
                  </a:outerShdw>
                </a:effectLst>
              </a:rPr>
              <a:t>: LAAGOUNE RADOUANE</a:t>
            </a:r>
          </a:p>
        </p:txBody>
      </p:sp>
      <p:cxnSp>
        <p:nvCxnSpPr>
          <p:cNvPr id="11" name="Connecteur droit 10">
            <a:extLst>
              <a:ext uri="{FF2B5EF4-FFF2-40B4-BE49-F238E27FC236}">
                <a16:creationId xmlns:a16="http://schemas.microsoft.com/office/drawing/2014/main" id="{6FB714C3-7CC7-A0A7-BB9E-92376026709F}"/>
              </a:ext>
            </a:extLst>
          </p:cNvPr>
          <p:cNvCxnSpPr/>
          <p:nvPr/>
        </p:nvCxnSpPr>
        <p:spPr>
          <a:xfrm>
            <a:off x="14922996" y="1997877"/>
            <a:ext cx="2241755"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Connecteur droit 11">
            <a:extLst>
              <a:ext uri="{FF2B5EF4-FFF2-40B4-BE49-F238E27FC236}">
                <a16:creationId xmlns:a16="http://schemas.microsoft.com/office/drawing/2014/main" id="{78D80454-9D17-E042-B911-270CB6C4A7FA}"/>
              </a:ext>
            </a:extLst>
          </p:cNvPr>
          <p:cNvCxnSpPr/>
          <p:nvPr/>
        </p:nvCxnSpPr>
        <p:spPr>
          <a:xfrm>
            <a:off x="23358468" y="1943158"/>
            <a:ext cx="2241755" cy="0"/>
          </a:xfrm>
          <a:prstGeom prst="line">
            <a:avLst/>
          </a:prstGeom>
          <a:ln/>
        </p:spPr>
        <p:style>
          <a:lnRef idx="3">
            <a:schemeClr val="accent2"/>
          </a:lnRef>
          <a:fillRef idx="0">
            <a:schemeClr val="accent2"/>
          </a:fillRef>
          <a:effectRef idx="2">
            <a:schemeClr val="accent2"/>
          </a:effectRef>
          <a:fontRef idx="minor">
            <a:schemeClr val="tx1"/>
          </a:fontRef>
        </p:style>
      </p:cxnSp>
      <p:sp>
        <p:nvSpPr>
          <p:cNvPr id="13" name="ZoneTexte 12">
            <a:extLst>
              <a:ext uri="{FF2B5EF4-FFF2-40B4-BE49-F238E27FC236}">
                <a16:creationId xmlns:a16="http://schemas.microsoft.com/office/drawing/2014/main" id="{653C6277-15EF-2C2F-CC2F-D353F0B732E7}"/>
              </a:ext>
            </a:extLst>
          </p:cNvPr>
          <p:cNvSpPr txBox="1"/>
          <p:nvPr/>
        </p:nvSpPr>
        <p:spPr>
          <a:xfrm>
            <a:off x="1184608" y="6204859"/>
            <a:ext cx="41276749" cy="3970318"/>
          </a:xfrm>
          <a:prstGeom prst="rect">
            <a:avLst/>
          </a:prstGeom>
          <a:solidFill>
            <a:schemeClr val="bg1"/>
          </a:solidFill>
          <a:ln w="38100" cmpd="sng">
            <a:solidFill>
              <a:srgbClr val="00245C"/>
            </a:solidFill>
          </a:ln>
        </p:spPr>
        <p:txBody>
          <a:bodyPr wrap="square" rtlCol="0">
            <a:spAutoFit/>
          </a:bodyPr>
          <a:lstStyle/>
          <a:p>
            <a:r>
              <a:rPr lang="fr-FR" sz="2800" b="1" dirty="0">
                <a:solidFill>
                  <a:srgbClr val="0070C0"/>
                </a:solidFill>
                <a:latin typeface="Times New Roman" panose="02020603050405020304" pitchFamily="18" charset="0"/>
                <a:cs typeface="Times New Roman" panose="02020603050405020304" pitchFamily="18" charset="0"/>
              </a:rPr>
              <a:t>INTRODUCTION</a:t>
            </a:r>
          </a:p>
          <a:p>
            <a:r>
              <a:rPr lang="fr-FR" sz="2800" b="1" dirty="0">
                <a:latin typeface="Times New Roman" panose="02020603050405020304" pitchFamily="18" charset="0"/>
                <a:cs typeface="Times New Roman" panose="02020603050405020304" pitchFamily="18" charset="0"/>
              </a:rPr>
              <a:t>	Dans l’industrie moderne, les moteurs asynchrones triphasés occupent une place essentielle grâce à leur robustesse, leur simplicité et leur efficacité. Cependant, ces machines sont soumises à différentes défaillances mécaniques et électriques pouvant provoquer des arrêts de production, des pertes économiques importantes ainsi que des risques de sécurité.</a:t>
            </a:r>
          </a:p>
          <a:p>
            <a:r>
              <a:rPr lang="fr-FR" sz="2800" b="1" dirty="0">
                <a:latin typeface="Times New Roman" panose="02020603050405020304" pitchFamily="18" charset="0"/>
                <a:cs typeface="Times New Roman" panose="02020603050405020304" pitchFamily="18" charset="0"/>
              </a:rPr>
              <a:t>	Face à ces enjeux, il devient indispensable de mettre en œuvre des méthodes d’analyse fiables permettant d’anticiper les pannes et d’améliorer la disponibilité des équipements industriels.</a:t>
            </a:r>
          </a:p>
          <a:p>
            <a:r>
              <a:rPr lang="fr-FR" sz="2800" b="1" dirty="0">
                <a:solidFill>
                  <a:srgbClr val="0070C0"/>
                </a:solidFill>
                <a:latin typeface="Times New Roman" panose="02020603050405020304" pitchFamily="18" charset="0"/>
                <a:cs typeface="Times New Roman" panose="02020603050405020304" pitchFamily="18" charset="0"/>
              </a:rPr>
              <a:t>OBJECTIF A ATTENDRE:</a:t>
            </a:r>
          </a:p>
          <a:p>
            <a:pPr marL="571500" indent="-571500">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Identifier les différents modes de défaillance d’un moteur asynchrone triphasé;</a:t>
            </a:r>
          </a:p>
          <a:p>
            <a:pPr marL="571500" indent="-571500">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 Étudier les causes et les effets de chaque défaillance;</a:t>
            </a:r>
          </a:p>
          <a:p>
            <a:pPr marL="571500" indent="-571500">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 Évaluer le niveau de criticité à l’aide de la méthode AMDEC;</a:t>
            </a:r>
          </a:p>
          <a:p>
            <a:pPr marL="571500" indent="-571500">
              <a:buFont typeface="Wingdings" panose="05000000000000000000" pitchFamily="2" charset="2"/>
              <a:buChar char="ü"/>
            </a:pPr>
            <a:r>
              <a:rPr lang="fr-FR" sz="2800" dirty="0">
                <a:latin typeface="Times New Roman" panose="02020603050405020304" pitchFamily="18" charset="0"/>
                <a:cs typeface="Times New Roman" panose="02020603050405020304" pitchFamily="18" charset="0"/>
              </a:rPr>
              <a:t> Proposer des actions préventives et correctives afin d’améliorer la fiabilité et la sécurité du système.</a:t>
            </a:r>
          </a:p>
        </p:txBody>
      </p:sp>
      <p:sp>
        <p:nvSpPr>
          <p:cNvPr id="14" name="ZoneTexte 13">
            <a:extLst>
              <a:ext uri="{FF2B5EF4-FFF2-40B4-BE49-F238E27FC236}">
                <a16:creationId xmlns:a16="http://schemas.microsoft.com/office/drawing/2014/main" id="{70DAB450-71CD-8267-AD5E-55739603DEF7}"/>
              </a:ext>
            </a:extLst>
          </p:cNvPr>
          <p:cNvSpPr txBox="1"/>
          <p:nvPr/>
        </p:nvSpPr>
        <p:spPr>
          <a:xfrm>
            <a:off x="1184608" y="27208334"/>
            <a:ext cx="41276749" cy="2677656"/>
          </a:xfrm>
          <a:prstGeom prst="rect">
            <a:avLst/>
          </a:prstGeom>
          <a:solidFill>
            <a:schemeClr val="bg1"/>
          </a:solidFill>
          <a:ln w="38100">
            <a:solidFill>
              <a:srgbClr val="00245C"/>
            </a:solidFill>
          </a:ln>
        </p:spPr>
        <p:txBody>
          <a:bodyPr wrap="square" rtlCol="0">
            <a:spAutoFit/>
          </a:bodyPr>
          <a:lstStyle/>
          <a:p>
            <a:r>
              <a:rPr lang="fr-FR" sz="2800" b="1" dirty="0">
                <a:solidFill>
                  <a:srgbClr val="0070C0"/>
                </a:solidFill>
              </a:rPr>
              <a:t>RÉFÉRENCES BIBLIOGRAPHIQUES:</a:t>
            </a:r>
          </a:p>
          <a:p>
            <a:r>
              <a:rPr lang="fr-FR" sz="2800" dirty="0"/>
              <a:t>AFNOR, NF EN 13306 : Maintenance – Terminologie de la maintenance, 2017.</a:t>
            </a:r>
            <a:br>
              <a:rPr lang="fr-FR" sz="2800" dirty="0"/>
            </a:br>
            <a:r>
              <a:rPr lang="fr-FR" sz="2800" dirty="0"/>
              <a:t>AFNOR, NF X 60-510 : AMDEC – Analyse des modes de défaillance, de leurs effets et de leur criticité, 1986.</a:t>
            </a:r>
            <a:br>
              <a:rPr lang="fr-FR" sz="2800" dirty="0"/>
            </a:br>
            <a:r>
              <a:rPr lang="fr-FR" sz="2800" dirty="0"/>
              <a:t>G. Landy, AMDEC – Guide pratique, AFNOR Éditions, 2011.</a:t>
            </a:r>
            <a:br>
              <a:rPr lang="fr-FR" sz="2800" dirty="0"/>
            </a:br>
            <a:r>
              <a:rPr lang="fr-FR" sz="2800" dirty="0"/>
              <a:t>F. Monchy et J.-P. Vernier, Maintenance : Méthodes et organisations, Dunod, 2010.</a:t>
            </a:r>
            <a:br>
              <a:rPr lang="fr-FR" sz="2800" dirty="0"/>
            </a:br>
            <a:r>
              <a:rPr lang="fr-FR" sz="2800" dirty="0"/>
              <a:t>IEC 60812, Failure modes and effects analysis, 2018.</a:t>
            </a:r>
            <a:endParaRPr lang="fr-FR" sz="2800" dirty="0">
              <a:solidFill>
                <a:srgbClr val="0070C0"/>
              </a:solidFill>
            </a:endParaRPr>
          </a:p>
        </p:txBody>
      </p:sp>
      <p:sp>
        <p:nvSpPr>
          <p:cNvPr id="15" name="ZoneTexte 14">
            <a:extLst>
              <a:ext uri="{FF2B5EF4-FFF2-40B4-BE49-F238E27FC236}">
                <a16:creationId xmlns:a16="http://schemas.microsoft.com/office/drawing/2014/main" id="{DCBF0F90-3EA4-A847-3871-22256E3CC8A9}"/>
              </a:ext>
            </a:extLst>
          </p:cNvPr>
          <p:cNvSpPr txBox="1"/>
          <p:nvPr/>
        </p:nvSpPr>
        <p:spPr>
          <a:xfrm>
            <a:off x="1184610" y="10466219"/>
            <a:ext cx="41276747" cy="2246769"/>
          </a:xfrm>
          <a:prstGeom prst="rect">
            <a:avLst/>
          </a:prstGeom>
          <a:solidFill>
            <a:schemeClr val="bg1"/>
          </a:solidFill>
          <a:ln w="38100">
            <a:solidFill>
              <a:srgbClr val="00245C"/>
            </a:solidFill>
          </a:ln>
        </p:spPr>
        <p:txBody>
          <a:bodyPr wrap="square" rtlCol="0">
            <a:spAutoFit/>
          </a:bodyPr>
          <a:lstStyle/>
          <a:p>
            <a:pPr algn="just"/>
            <a:r>
              <a:rPr lang="fr-FR" sz="2800" b="1" dirty="0">
                <a:solidFill>
                  <a:srgbClr val="0070C0"/>
                </a:solidFill>
                <a:latin typeface="Times New Roman" panose="02020603050405020304" pitchFamily="18" charset="0"/>
                <a:cs typeface="Times New Roman" panose="02020603050405020304" pitchFamily="18" charset="0"/>
              </a:rPr>
              <a:t>MÉTHODOLOGIE</a:t>
            </a:r>
          </a:p>
          <a:p>
            <a:pPr algn="just"/>
            <a:r>
              <a:rPr lang="fr-FR" sz="2800" dirty="0">
                <a:latin typeface="Times New Roman" panose="02020603050405020304" pitchFamily="18" charset="0"/>
                <a:cs typeface="Times New Roman" panose="02020603050405020304" pitchFamily="18" charset="0"/>
              </a:rPr>
              <a:t>	Le travail a débuté par une étude théorique sur l’analyse des défaillances dans les systèmes électromécaniques. Cette phase a permis de présenter les notions de fiabilité, de maintenance ainsi que les principales méthodes d’analyse des défaillances, notamment la méthode AMDEC.</a:t>
            </a:r>
          </a:p>
          <a:p>
            <a:pPr algn="just"/>
            <a:r>
              <a:rPr lang="fr-FR" sz="2800" dirty="0">
                <a:latin typeface="Times New Roman" panose="02020603050405020304" pitchFamily="18" charset="0"/>
                <a:cs typeface="Times New Roman" panose="02020603050405020304" pitchFamily="18" charset="0"/>
              </a:rPr>
              <a:t>La seconde étape a été consacrée à l’étude de la méthode AMDEC, en mettant en évidence ses principes, ses critères d’évaluation et sa démarche d’analyse basée sur la gravité, la fréquence et la détection des défaillances.</a:t>
            </a:r>
          </a:p>
          <a:p>
            <a:pPr algn="just"/>
            <a:r>
              <a:rPr lang="fr-FR" sz="2800" dirty="0">
                <a:latin typeface="Times New Roman" panose="02020603050405020304" pitchFamily="18" charset="0"/>
                <a:cs typeface="Times New Roman" panose="02020603050405020304" pitchFamily="18" charset="0"/>
              </a:rPr>
              <a:t>	Enfin, la dernière phase du projet a porté sur l’application de l’AMDEC à un moteur asynchrone triphasé. Une analyse fonctionnelle et structurelle du moteur a permis d’identifier les principaux modes de défaillance, d’évaluer leur criticité et de proposer des actions correctives et préventives afin d’améliorer la fiabilité et la disponibilité du système.</a:t>
            </a:r>
          </a:p>
        </p:txBody>
      </p:sp>
      <p:sp>
        <p:nvSpPr>
          <p:cNvPr id="16" name="ZoneTexte 15">
            <a:extLst>
              <a:ext uri="{FF2B5EF4-FFF2-40B4-BE49-F238E27FC236}">
                <a16:creationId xmlns:a16="http://schemas.microsoft.com/office/drawing/2014/main" id="{5FCCD112-88B6-3D46-35A2-47E691732958}"/>
              </a:ext>
            </a:extLst>
          </p:cNvPr>
          <p:cNvSpPr txBox="1"/>
          <p:nvPr/>
        </p:nvSpPr>
        <p:spPr>
          <a:xfrm>
            <a:off x="1184611" y="12974611"/>
            <a:ext cx="13387427" cy="9696714"/>
          </a:xfrm>
          <a:prstGeom prst="rect">
            <a:avLst/>
          </a:prstGeom>
          <a:solidFill>
            <a:schemeClr val="bg1"/>
          </a:solidFill>
          <a:ln w="38100" cap="rnd">
            <a:solidFill>
              <a:srgbClr val="00245C"/>
            </a:solidFill>
            <a:round/>
          </a:ln>
        </p:spPr>
        <p:txBody>
          <a:bodyPr wrap="square" rtlCol="0">
            <a:spAutoFit/>
          </a:bodyPr>
          <a:lstStyle/>
          <a:p>
            <a:pPr algn="just"/>
            <a:r>
              <a:rPr lang="fr-FR" sz="2800" b="1" dirty="0">
                <a:solidFill>
                  <a:srgbClr val="0070C0"/>
                </a:solidFill>
                <a:latin typeface="Times New Roman" panose="02020603050405020304" pitchFamily="18" charset="0"/>
                <a:cs typeface="Times New Roman" panose="02020603050405020304" pitchFamily="18" charset="0"/>
              </a:rPr>
              <a:t>DESCRIPTION MOTEURS ASYNCHRONES TRIPHASÉS</a:t>
            </a:r>
          </a:p>
          <a:p>
            <a:pPr algn="just"/>
            <a:r>
              <a:rPr lang="fr-FR" sz="2800" dirty="0">
                <a:latin typeface="Times New Roman" panose="02020603050405020304" pitchFamily="18" charset="0"/>
                <a:cs typeface="Times New Roman" panose="02020603050405020304" pitchFamily="18" charset="0"/>
              </a:rPr>
              <a:t>	Le moteur asynchrone triphasé assure la conversion de l’énergie électrique en énergie mécanique sous forme de mouvement de rotation. Il est constitué principalement d’un stator, d’un rotor et d’organes mécaniques assurant son fonctionnement. Le stator représente la partie fixe de la machine ; il contient des enroulements triphasés alimentés par une source électrique afin de produire un champ magnétique tournant. Le rotor constitue la partie mobile du moteur, généralement de type cage d’écureuil, dans laquelle des courants sont induits pour créer le couple de rotation. Le moteur comporte également des éléments mécaniques tels que l’arbre, les roulements, la carcasse, le ventilateur et les ailettes de refroidissement, qui assurent la transmission du mouvement, le guidage du rotor ainsi que le refroidissement et la protection de la machine</a:t>
            </a:r>
            <a:r>
              <a:rPr lang="fr-FR" sz="2800" dirty="0"/>
              <a:t>. </a:t>
            </a: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a:p>
            <a:pPr algn="just"/>
            <a:endParaRPr lang="fr-FR" sz="2800" b="1" dirty="0">
              <a:latin typeface="Times New Roman" panose="02020603050405020304" pitchFamily="18" charset="0"/>
              <a:cs typeface="Times New Roman" panose="02020603050405020304" pitchFamily="18" charset="0"/>
            </a:endParaRPr>
          </a:p>
        </p:txBody>
      </p:sp>
      <p:sp>
        <p:nvSpPr>
          <p:cNvPr id="17" name="ZoneTexte 16">
            <a:extLst>
              <a:ext uri="{FF2B5EF4-FFF2-40B4-BE49-F238E27FC236}">
                <a16:creationId xmlns:a16="http://schemas.microsoft.com/office/drawing/2014/main" id="{C935441A-1D90-2723-5DBA-53C8E029EBD2}"/>
              </a:ext>
            </a:extLst>
          </p:cNvPr>
          <p:cNvSpPr txBox="1"/>
          <p:nvPr/>
        </p:nvSpPr>
        <p:spPr>
          <a:xfrm>
            <a:off x="1184608" y="22912332"/>
            <a:ext cx="41276749" cy="3970318"/>
          </a:xfrm>
          <a:prstGeom prst="rect">
            <a:avLst/>
          </a:prstGeom>
          <a:solidFill>
            <a:schemeClr val="bg1"/>
          </a:solidFill>
          <a:ln w="38100">
            <a:solidFill>
              <a:srgbClr val="00245C"/>
            </a:solidFill>
          </a:ln>
        </p:spPr>
        <p:txBody>
          <a:bodyPr wrap="square" rtlCol="0">
            <a:spAutoFit/>
          </a:bodyPr>
          <a:lstStyle/>
          <a:p>
            <a:r>
              <a:rPr lang="fr-FR" sz="2800" b="1" dirty="0">
                <a:solidFill>
                  <a:srgbClr val="5785BC"/>
                </a:solidFill>
                <a:latin typeface="Times New Roman" panose="02020603050405020304" pitchFamily="18" charset="0"/>
                <a:cs typeface="Times New Roman" panose="02020603050405020304" pitchFamily="18" charset="0"/>
              </a:rPr>
              <a:t>CONCLUSION ET PERSPECTIVES</a:t>
            </a:r>
            <a:br>
              <a:rPr lang="fr-FR" sz="2800" b="1" dirty="0">
                <a:latin typeface="Times New Roman" panose="02020603050405020304" pitchFamily="18" charset="0"/>
                <a:cs typeface="Times New Roman" panose="02020603050405020304" pitchFamily="18" charset="0"/>
              </a:rPr>
            </a:br>
            <a:r>
              <a:rPr lang="fr-FR" sz="2800" b="1" dirty="0">
                <a:latin typeface="Times New Roman" panose="02020603050405020304" pitchFamily="18" charset="0"/>
                <a:cs typeface="Times New Roman" panose="02020603050405020304" pitchFamily="18" charset="0"/>
              </a:rPr>
              <a:t>	En combinant l’étude théorique des défaillances et l’application pratique de la méthode AMDEC, ce projet a permis de mieux comprendre le fonctionnement du moteur asynchrone triphasé ainsi que les principaux défauts pouvant affecter ses composants. Cette analyse a mis en évidence l’importance de la maintenance préventive et de l’évaluation de la criticité afin d’améliorer la fiabilité, la disponibilité et la sécurité des systèmes industriels.</a:t>
            </a:r>
            <a:br>
              <a:rPr lang="fr-FR" sz="2800" b="1" dirty="0">
                <a:latin typeface="Times New Roman" panose="02020603050405020304" pitchFamily="18" charset="0"/>
                <a:cs typeface="Times New Roman" panose="02020603050405020304" pitchFamily="18" charset="0"/>
              </a:rPr>
            </a:br>
            <a:r>
              <a:rPr lang="fr-FR" sz="2800" b="1" dirty="0">
                <a:latin typeface="Times New Roman" panose="02020603050405020304" pitchFamily="18" charset="0"/>
                <a:cs typeface="Times New Roman" panose="02020603050405020304" pitchFamily="18" charset="0"/>
              </a:rPr>
              <a:t>	Dans le cadre des perspectives futures, il serait intéressant pour nous de rendre la méthode AMDEC plus rapide et plus précise grâce à l’intégration de techniques modernes de surveillance et de diagnostic des défaillances, telles que l’analyse vibratoire, la thermographie et les systèmes intelligents de maintenance prédictive, permettant de détecter les défaillances avant leur apparition. Il serait également possible d’étendre l’application de cette méthode à d’autres systèmes électromécaniques industriels afin de comparer les différents modes de défaillance et leurs impacts sur les performances des équipements. À long terme, ce travail pourrait contribuer au développement de solutions de maintenance intelligentes basées sur l’automatisation et l’intelligence artificielle pour améliorer davantage la sûreté de fonctionnement des systèmes industriels.</a:t>
            </a:r>
          </a:p>
          <a:p>
            <a:endParaRPr lang="fr-FR" sz="2800" dirty="0">
              <a:latin typeface="Times New Roman" panose="02020603050405020304" pitchFamily="18" charset="0"/>
              <a:cs typeface="Times New Roman" panose="02020603050405020304" pitchFamily="18" charset="0"/>
            </a:endParaRPr>
          </a:p>
          <a:p>
            <a:endParaRPr lang="fr-DZ" sz="2800" dirty="0">
              <a:latin typeface="Times New Roman" panose="02020603050405020304" pitchFamily="18" charset="0"/>
              <a:cs typeface="Times New Roman" panose="02020603050405020304" pitchFamily="18" charset="0"/>
            </a:endParaRPr>
          </a:p>
        </p:txBody>
      </p:sp>
      <p:sp>
        <p:nvSpPr>
          <p:cNvPr id="18" name="Text Box 46">
            <a:extLst>
              <a:ext uri="{FF2B5EF4-FFF2-40B4-BE49-F238E27FC236}">
                <a16:creationId xmlns:a16="http://schemas.microsoft.com/office/drawing/2014/main" id="{2E336371-0ED7-7470-CC0C-A5AEB1FD8C2F}"/>
              </a:ext>
            </a:extLst>
          </p:cNvPr>
          <p:cNvSpPr txBox="1">
            <a:spLocks noChangeArrowheads="1"/>
          </p:cNvSpPr>
          <p:nvPr/>
        </p:nvSpPr>
        <p:spPr bwMode="auto">
          <a:xfrm>
            <a:off x="39437281" y="671381"/>
            <a:ext cx="2172346" cy="636861"/>
          </a:xfrm>
          <a:prstGeom prst="rect">
            <a:avLst/>
          </a:prstGeom>
          <a:ln>
            <a:solidFill>
              <a:srgbClr val="00245C"/>
            </a:solidFill>
            <a:headEnd/>
            <a:tailEnd/>
          </a:ln>
        </p:spPr>
        <p:style>
          <a:lnRef idx="2">
            <a:schemeClr val="accent1"/>
          </a:lnRef>
          <a:fillRef idx="1">
            <a:schemeClr val="lt1"/>
          </a:fillRef>
          <a:effectRef idx="0">
            <a:schemeClr val="accent1"/>
          </a:effectRef>
          <a:fontRef idx="minor">
            <a:schemeClr val="dk1"/>
          </a:fontRef>
        </p:style>
        <p:txBody>
          <a:bodyPr/>
          <a:lstStyle/>
          <a:p>
            <a:pPr defTabSz="914400" fontAlgn="base">
              <a:spcBef>
                <a:spcPct val="0"/>
              </a:spcBef>
              <a:spcAft>
                <a:spcPts val="1000"/>
              </a:spcAft>
              <a:defRPr/>
            </a:pPr>
            <a:r>
              <a:rPr lang="fr-FR" sz="3600" b="1" dirty="0">
                <a:solidFill>
                  <a:srgbClr val="FF0000"/>
                </a:solidFill>
                <a:latin typeface="Times New Roman" panose="02020603050405020304" pitchFamily="18" charset="0"/>
                <a:ea typeface="Arial" pitchFamily="34" charset="0"/>
                <a:cs typeface="Times New Roman" panose="02020603050405020304" pitchFamily="18" charset="0"/>
              </a:rPr>
              <a:t>2025/2026</a:t>
            </a:r>
            <a:endParaRPr lang="en-US" sz="3600" dirty="0">
              <a:solidFill>
                <a:srgbClr val="000000"/>
              </a:solidFill>
              <a:latin typeface="Times New Roman" panose="02020603050405020304" pitchFamily="18" charset="0"/>
              <a:cs typeface="Times New Roman" panose="02020603050405020304" pitchFamily="18" charset="0"/>
            </a:endParaRPr>
          </a:p>
        </p:txBody>
      </p:sp>
      <p:sp>
        <p:nvSpPr>
          <p:cNvPr id="20" name="ZoneTexte 19">
            <a:extLst>
              <a:ext uri="{FF2B5EF4-FFF2-40B4-BE49-F238E27FC236}">
                <a16:creationId xmlns:a16="http://schemas.microsoft.com/office/drawing/2014/main" id="{215B7995-532E-4440-CB48-BA9A63003221}"/>
              </a:ext>
            </a:extLst>
          </p:cNvPr>
          <p:cNvSpPr txBox="1"/>
          <p:nvPr/>
        </p:nvSpPr>
        <p:spPr>
          <a:xfrm>
            <a:off x="14922996" y="12974610"/>
            <a:ext cx="12228696" cy="9571851"/>
          </a:xfrm>
          <a:prstGeom prst="rect">
            <a:avLst/>
          </a:prstGeom>
          <a:solidFill>
            <a:schemeClr val="bg1"/>
          </a:solidFill>
          <a:ln w="38100">
            <a:solidFill>
              <a:srgbClr val="00245C"/>
            </a:solidFill>
            <a:prstDash val="solid"/>
          </a:ln>
        </p:spPr>
        <p:txBody>
          <a:bodyPr wrap="square" rtlCol="0">
            <a:spAutoFit/>
          </a:bodyPr>
          <a:lstStyle/>
          <a:p>
            <a:r>
              <a:rPr lang="fr-FR" sz="3200" b="1" dirty="0">
                <a:solidFill>
                  <a:srgbClr val="0070C0"/>
                </a:solidFill>
              </a:rPr>
              <a:t>RÉSULTATS</a:t>
            </a:r>
            <a:r>
              <a:rPr lang="fr-FR" sz="3200" b="1" dirty="0">
                <a:solidFill>
                  <a:srgbClr val="00B0F0"/>
                </a:solidFill>
              </a:rPr>
              <a:t> </a:t>
            </a:r>
            <a:r>
              <a:rPr lang="fr-FR" sz="3200" b="1" dirty="0">
                <a:solidFill>
                  <a:srgbClr val="0070C0"/>
                </a:solidFill>
              </a:rPr>
              <a:t>OBTENUS</a:t>
            </a:r>
            <a:br>
              <a:rPr lang="fr-FR" sz="2800" dirty="0"/>
            </a:br>
            <a:r>
              <a:rPr lang="fr-FR" sz="2800" dirty="0"/>
              <a:t>	L’application de la méthode AMDEC au moteur asynchrone triphasé a permis d’identifier les modes de défaillance les plus critiques affectant les performances et la continuité de fonctionnement du système. L’analyse a montré que les défaillances liées aux roulements, à l’isolation des enroulements statoriques, à la cage d’écureuil du rotor ainsi qu’au système de refroidissement présentent les niveaux de criticité les plus élevés. Ces défaillances peuvent entraîner des vibrations anormales, une élévation excessive de la température, une diminution du rendement ainsi qu’un arrêt total du moteur.</a:t>
            </a:r>
          </a:p>
          <a:p>
            <a:r>
              <a:rPr lang="fr-FR" sz="2800" b="1" dirty="0">
                <a:solidFill>
                  <a:srgbClr val="0070C0"/>
                </a:solidFill>
              </a:rPr>
              <a:t>PRINCIPALES DÉFAILLANCES IDENTIFIÉES</a:t>
            </a:r>
          </a:p>
          <a:p>
            <a:pPr marL="457200" indent="-457200">
              <a:buFont typeface="Wingdings" panose="05000000000000000000" pitchFamily="2" charset="2"/>
              <a:buChar char="ü"/>
            </a:pPr>
            <a:r>
              <a:rPr lang="fr-FR" sz="2800" dirty="0"/>
              <a:t>Usure des roulements </a:t>
            </a:r>
          </a:p>
          <a:p>
            <a:pPr marL="457200" indent="-457200">
              <a:buFont typeface="Wingdings" panose="05000000000000000000" pitchFamily="2" charset="2"/>
              <a:buChar char="ü"/>
            </a:pPr>
            <a:r>
              <a:rPr lang="fr-FR" sz="2800" dirty="0"/>
              <a:t> Dégradation de l’isolation des enroulements </a:t>
            </a:r>
          </a:p>
          <a:p>
            <a:pPr marL="457200" indent="-457200">
              <a:buFont typeface="Wingdings" panose="05000000000000000000" pitchFamily="2" charset="2"/>
              <a:buChar char="ü"/>
            </a:pPr>
            <a:r>
              <a:rPr lang="fr-FR" sz="2800" dirty="0"/>
              <a:t> Défauts de la cage d’écureuil du rotor </a:t>
            </a:r>
          </a:p>
          <a:p>
            <a:pPr marL="457200" indent="-457200">
              <a:buFont typeface="Wingdings" panose="05000000000000000000" pitchFamily="2" charset="2"/>
              <a:buChar char="ü"/>
            </a:pPr>
            <a:r>
              <a:rPr lang="fr-FR" sz="2800" dirty="0"/>
              <a:t> Défaillance du système de refroidissement </a:t>
            </a:r>
          </a:p>
          <a:p>
            <a:pPr marL="457200" indent="-457200">
              <a:buFont typeface="Wingdings" panose="05000000000000000000" pitchFamily="2" charset="2"/>
              <a:buChar char="ü"/>
            </a:pPr>
            <a:r>
              <a:rPr lang="fr-FR" sz="2800" dirty="0"/>
              <a:t> Déséquilibre électrique et surcharges</a:t>
            </a:r>
          </a:p>
          <a:p>
            <a:pPr marL="457200" indent="-457200">
              <a:buFont typeface="Wingdings" panose="05000000000000000000" pitchFamily="2" charset="2"/>
              <a:buChar char="ü"/>
            </a:pPr>
            <a:endParaRPr lang="fr-FR" sz="2800" dirty="0"/>
          </a:p>
          <a:p>
            <a:pPr marL="457200" indent="-457200">
              <a:buFont typeface="Wingdings" panose="05000000000000000000" pitchFamily="2" charset="2"/>
              <a:buChar char="ü"/>
            </a:pPr>
            <a:endParaRPr lang="fr-FR" sz="2800" dirty="0"/>
          </a:p>
          <a:p>
            <a:endParaRPr lang="fr-FR" sz="2800" dirty="0"/>
          </a:p>
          <a:p>
            <a:endParaRPr lang="fr-FR" sz="2800" dirty="0"/>
          </a:p>
          <a:p>
            <a:endParaRPr lang="fr-FR" sz="2800" dirty="0"/>
          </a:p>
          <a:p>
            <a:endParaRPr lang="fr-FR" sz="2800" dirty="0"/>
          </a:p>
          <a:p>
            <a:endParaRPr lang="fr-FR" sz="2800" dirty="0"/>
          </a:p>
        </p:txBody>
      </p:sp>
      <p:sp>
        <p:nvSpPr>
          <p:cNvPr id="21" name="TextBox 4">
            <a:extLst>
              <a:ext uri="{FF2B5EF4-FFF2-40B4-BE49-F238E27FC236}">
                <a16:creationId xmlns:a16="http://schemas.microsoft.com/office/drawing/2014/main" id="{7EB4F747-11DA-AD29-7346-4F43611DD282}"/>
              </a:ext>
            </a:extLst>
          </p:cNvPr>
          <p:cNvSpPr txBox="1"/>
          <p:nvPr/>
        </p:nvSpPr>
        <p:spPr>
          <a:xfrm>
            <a:off x="35405641" y="714394"/>
            <a:ext cx="1901928" cy="523220"/>
          </a:xfrm>
          <a:prstGeom prst="rect">
            <a:avLst/>
          </a:prstGeom>
          <a:noFill/>
        </p:spPr>
        <p:txBody>
          <a:bodyPr wrap="square">
            <a:spAutoFit/>
          </a:bodyPr>
          <a:lstStyle/>
          <a:p>
            <a:pPr>
              <a:defRPr sz="3600" b="1">
                <a:solidFill>
                  <a:srgbClr val="0070C0"/>
                </a:solidFill>
              </a:defRPr>
            </a:pPr>
            <a:r>
              <a:rPr lang="fr-FR" sz="2800" dirty="0">
                <a:solidFill>
                  <a:srgbClr val="00245C"/>
                </a:solidFill>
                <a:latin typeface="Times New Roman" panose="02020603050405020304" pitchFamily="18" charset="0"/>
                <a:cs typeface="Times New Roman" panose="02020603050405020304" pitchFamily="18" charset="0"/>
              </a:rPr>
              <a:t>N° PFC:05</a:t>
            </a:r>
            <a:endParaRPr sz="2800" dirty="0">
              <a:solidFill>
                <a:srgbClr val="00245C"/>
              </a:solidFill>
              <a:latin typeface="Times New Roman" panose="02020603050405020304" pitchFamily="18" charset="0"/>
              <a:cs typeface="Times New Roman" panose="02020603050405020304" pitchFamily="18" charset="0"/>
            </a:endParaRPr>
          </a:p>
        </p:txBody>
      </p:sp>
      <p:sp>
        <p:nvSpPr>
          <p:cNvPr id="22" name="ZoneTexte 21">
            <a:extLst>
              <a:ext uri="{FF2B5EF4-FFF2-40B4-BE49-F238E27FC236}">
                <a16:creationId xmlns:a16="http://schemas.microsoft.com/office/drawing/2014/main" id="{DAB29EAE-8D9B-CA56-DB0C-181273AA1D40}"/>
              </a:ext>
            </a:extLst>
          </p:cNvPr>
          <p:cNvSpPr txBox="1"/>
          <p:nvPr/>
        </p:nvSpPr>
        <p:spPr>
          <a:xfrm>
            <a:off x="27604278" y="12974610"/>
            <a:ext cx="14859175" cy="9571851"/>
          </a:xfrm>
          <a:prstGeom prst="rect">
            <a:avLst/>
          </a:prstGeom>
          <a:solidFill>
            <a:schemeClr val="bg1"/>
          </a:solidFill>
          <a:ln w="38100">
            <a:solidFill>
              <a:srgbClr val="00245C"/>
            </a:solidFill>
            <a:prstDash val="solid"/>
          </a:ln>
        </p:spPr>
        <p:txBody>
          <a:bodyPr wrap="square" rtlCol="0">
            <a:spAutoFit/>
          </a:bodyPr>
          <a:lstStyle/>
          <a:p>
            <a:r>
              <a:rPr lang="fr-FR" sz="2800" b="1" dirty="0">
                <a:solidFill>
                  <a:srgbClr val="0070C0"/>
                </a:solidFill>
                <a:latin typeface="Times New Roman" panose="02020603050405020304" pitchFamily="18" charset="0"/>
                <a:cs typeface="Times New Roman" panose="02020603050405020304" pitchFamily="18" charset="0"/>
              </a:rPr>
              <a:t>ANALYSE ET INTERPRÉTATION</a:t>
            </a:r>
          </a:p>
          <a:p>
            <a:r>
              <a:rPr lang="fr-FR" sz="2800" dirty="0">
                <a:latin typeface="Times New Roman" panose="02020603050405020304" pitchFamily="18" charset="0"/>
                <a:cs typeface="Times New Roman" panose="02020603050405020304" pitchFamily="18" charset="0"/>
              </a:rPr>
              <a:t>	L’analyse des résultats a mis en évidence l’impact direct des défaillances mécaniques et électriques sur la fiabilité du moteur asynchrone triphasé. Les défaillances mécaniques provoquent principalement des vibrations et des désalignements, tandis que les défauts électriques génèrent des échauffements importants pouvant endommager les composants internes du moteur. Cette étude confirme également que la maintenance préventive et la surveillance des paramètres de fonctionnement constituent des solutions efficaces pour réduire les risques de panne et améliorer la disponibilité des systèmes électromécaniques industriels.</a:t>
            </a: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FR" sz="2800" dirty="0">
              <a:latin typeface="Times New Roman" panose="02020603050405020304" pitchFamily="18" charset="0"/>
              <a:cs typeface="Times New Roman" panose="02020603050405020304" pitchFamily="18" charset="0"/>
            </a:endParaRPr>
          </a:p>
          <a:p>
            <a:endParaRPr lang="fr-DZ" sz="2800" dirty="0">
              <a:latin typeface="Times New Roman" panose="02020603050405020304" pitchFamily="18" charset="0"/>
              <a:cs typeface="Times New Roman" panose="02020603050405020304" pitchFamily="18" charset="0"/>
            </a:endParaRPr>
          </a:p>
        </p:txBody>
      </p:sp>
      <p:pic>
        <p:nvPicPr>
          <p:cNvPr id="23" name="Image 22">
            <a:extLst>
              <a:ext uri="{FF2B5EF4-FFF2-40B4-BE49-F238E27FC236}">
                <a16:creationId xmlns:a16="http://schemas.microsoft.com/office/drawing/2014/main" id="{33E2AD41-D7FE-A015-AB0B-CEE2C5E627D2}"/>
              </a:ext>
            </a:extLst>
          </p:cNvPr>
          <p:cNvPicPr>
            <a:picLocks noChangeAspect="1"/>
          </p:cNvPicPr>
          <p:nvPr/>
        </p:nvPicPr>
        <p:blipFill>
          <a:blip r:embed="rId5"/>
          <a:stretch>
            <a:fillRect/>
          </a:stretch>
        </p:blipFill>
        <p:spPr>
          <a:xfrm>
            <a:off x="23358468" y="19624168"/>
            <a:ext cx="3167670" cy="2537635"/>
          </a:xfrm>
          <a:prstGeom prst="rect">
            <a:avLst/>
          </a:prstGeom>
        </p:spPr>
      </p:pic>
      <p:pic>
        <p:nvPicPr>
          <p:cNvPr id="25" name="Image 24">
            <a:extLst>
              <a:ext uri="{FF2B5EF4-FFF2-40B4-BE49-F238E27FC236}">
                <a16:creationId xmlns:a16="http://schemas.microsoft.com/office/drawing/2014/main" id="{91FA6A03-EE6A-FECA-0923-E65E4B3B7A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526291" y="19742329"/>
            <a:ext cx="3022105" cy="2419474"/>
          </a:xfrm>
          <a:prstGeom prst="rect">
            <a:avLst/>
          </a:prstGeom>
        </p:spPr>
      </p:pic>
      <p:pic>
        <p:nvPicPr>
          <p:cNvPr id="27" name="Image 26">
            <a:extLst>
              <a:ext uri="{FF2B5EF4-FFF2-40B4-BE49-F238E27FC236}">
                <a16:creationId xmlns:a16="http://schemas.microsoft.com/office/drawing/2014/main" id="{9BCB640B-DB36-CB55-B04C-19A53E070A9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382111" y="19755029"/>
            <a:ext cx="2956417" cy="2406774"/>
          </a:xfrm>
          <a:prstGeom prst="rect">
            <a:avLst/>
          </a:prstGeom>
        </p:spPr>
      </p:pic>
      <p:pic>
        <p:nvPicPr>
          <p:cNvPr id="29" name="Image 28">
            <a:extLst>
              <a:ext uri="{FF2B5EF4-FFF2-40B4-BE49-F238E27FC236}">
                <a16:creationId xmlns:a16="http://schemas.microsoft.com/office/drawing/2014/main" id="{11DF546E-B030-4D08-6610-BC7BD13F50D6}"/>
              </a:ext>
            </a:extLst>
          </p:cNvPr>
          <p:cNvPicPr>
            <a:picLocks noChangeAspect="1"/>
          </p:cNvPicPr>
          <p:nvPr/>
        </p:nvPicPr>
        <p:blipFill>
          <a:blip r:embed="rId8"/>
          <a:stretch>
            <a:fillRect/>
          </a:stretch>
        </p:blipFill>
        <p:spPr>
          <a:xfrm>
            <a:off x="36689830" y="27349441"/>
            <a:ext cx="4318540" cy="2395441"/>
          </a:xfrm>
          <a:prstGeom prst="rect">
            <a:avLst/>
          </a:prstGeom>
        </p:spPr>
      </p:pic>
      <p:pic>
        <p:nvPicPr>
          <p:cNvPr id="31" name="Image 30">
            <a:extLst>
              <a:ext uri="{FF2B5EF4-FFF2-40B4-BE49-F238E27FC236}">
                <a16:creationId xmlns:a16="http://schemas.microsoft.com/office/drawing/2014/main" id="{CCDB1A5E-9A24-593D-5DC1-084DE3707FDD}"/>
              </a:ext>
            </a:extLst>
          </p:cNvPr>
          <p:cNvPicPr>
            <a:picLocks noChangeAspect="1"/>
          </p:cNvPicPr>
          <p:nvPr/>
        </p:nvPicPr>
        <p:blipFill>
          <a:blip r:embed="rId9"/>
          <a:stretch>
            <a:fillRect/>
          </a:stretch>
        </p:blipFill>
        <p:spPr>
          <a:xfrm>
            <a:off x="33448693" y="25938451"/>
            <a:ext cx="4029637" cy="2152950"/>
          </a:xfrm>
          <a:prstGeom prst="rect">
            <a:avLst/>
          </a:prstGeom>
        </p:spPr>
      </p:pic>
      <p:pic>
        <p:nvPicPr>
          <p:cNvPr id="33" name="Image 32">
            <a:extLst>
              <a:ext uri="{FF2B5EF4-FFF2-40B4-BE49-F238E27FC236}">
                <a16:creationId xmlns:a16="http://schemas.microsoft.com/office/drawing/2014/main" id="{D9E8DFFA-7636-8CB2-CA89-8C1953655363}"/>
              </a:ext>
            </a:extLst>
          </p:cNvPr>
          <p:cNvPicPr>
            <a:picLocks noChangeAspect="1"/>
          </p:cNvPicPr>
          <p:nvPr/>
        </p:nvPicPr>
        <p:blipFill>
          <a:blip r:embed="rId10"/>
          <a:stretch>
            <a:fillRect/>
          </a:stretch>
        </p:blipFill>
        <p:spPr>
          <a:xfrm>
            <a:off x="27961764" y="17221200"/>
            <a:ext cx="6180450" cy="4415712"/>
          </a:xfrm>
          <a:prstGeom prst="rect">
            <a:avLst/>
          </a:prstGeom>
        </p:spPr>
      </p:pic>
      <p:pic>
        <p:nvPicPr>
          <p:cNvPr id="35" name="Image 34">
            <a:extLst>
              <a:ext uri="{FF2B5EF4-FFF2-40B4-BE49-F238E27FC236}">
                <a16:creationId xmlns:a16="http://schemas.microsoft.com/office/drawing/2014/main" id="{39F1091B-7094-DCBE-F561-3099BF6B2C7C}"/>
              </a:ext>
            </a:extLst>
          </p:cNvPr>
          <p:cNvPicPr>
            <a:picLocks noChangeAspect="1"/>
          </p:cNvPicPr>
          <p:nvPr/>
        </p:nvPicPr>
        <p:blipFill>
          <a:blip r:embed="rId11"/>
          <a:srcRect/>
          <a:stretch>
            <a:fillRect/>
          </a:stretch>
        </p:blipFill>
        <p:spPr>
          <a:xfrm>
            <a:off x="34594800" y="17112168"/>
            <a:ext cx="7266591" cy="4415711"/>
          </a:xfrm>
          <a:prstGeom prst="rect">
            <a:avLst/>
          </a:prstGeom>
        </p:spPr>
      </p:pic>
      <p:pic>
        <p:nvPicPr>
          <p:cNvPr id="32" name="Image 31">
            <a:extLst>
              <a:ext uri="{FF2B5EF4-FFF2-40B4-BE49-F238E27FC236}">
                <a16:creationId xmlns:a16="http://schemas.microsoft.com/office/drawing/2014/main" id="{B87BABF2-55C8-B341-678F-F346CFCC193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63040" y="17952720"/>
            <a:ext cx="13007370" cy="4593742"/>
          </a:xfrm>
          <a:prstGeom prst="rect">
            <a:avLst/>
          </a:prstGeom>
        </p:spPr>
      </p:pic>
    </p:spTree>
    <p:extLst>
      <p:ext uri="{BB962C8B-B14F-4D97-AF65-F5344CB8AC3E}">
        <p14:creationId xmlns:p14="http://schemas.microsoft.com/office/powerpoint/2010/main" val="395143946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243</TotalTime>
  <Words>974</Words>
  <Application>Microsoft Office PowerPoint</Application>
  <PresentationFormat>Personnalisé</PresentationFormat>
  <Paragraphs>61</Paragraphs>
  <Slides>1</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vt:i4>
      </vt:variant>
    </vt:vector>
  </HeadingPairs>
  <TitlesOfParts>
    <vt:vector size="8" baseType="lpstr">
      <vt:lpstr>Aptos</vt:lpstr>
      <vt:lpstr>Arial</vt:lpstr>
      <vt:lpstr>Calibri</vt:lpstr>
      <vt:lpstr>Calibri Light</vt:lpstr>
      <vt:lpstr>Times New Roman</vt:lpstr>
      <vt:lpstr>Wingdings</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Lamine Hattou</dc:creator>
  <cp:lastModifiedBy>Lamine Hattou</cp:lastModifiedBy>
  <cp:revision>5</cp:revision>
  <dcterms:created xsi:type="dcterms:W3CDTF">2026-05-10T16:22:15Z</dcterms:created>
  <dcterms:modified xsi:type="dcterms:W3CDTF">2026-08-22T13:06:17Z</dcterms:modified>
</cp:coreProperties>
</file>